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diagrams/quickStyle3.xml" ContentType="application/vnd.openxmlformats-officedocument.drawingml.diagramStyle+xml"/>
  <Override PartName="/ppt/revisionInfo.xml" ContentType="application/vnd.ms-powerpoint.revisioninfo+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diagrams/data3.xml" ContentType="application/vnd.openxmlformats-officedocument.drawingml.diagramData+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Default Extension="png" ContentType="image/png"/>
  <Override PartName="/ppt/diagrams/drawing3.xml" ContentType="application/vnd.ms-office.drawingml.diagramDrawing+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70" r:id="rId3"/>
    <p:sldId id="268" r:id="rId4"/>
    <p:sldId id="265" r:id="rId5"/>
    <p:sldId id="258" r:id="rId6"/>
    <p:sldId id="259" r:id="rId7"/>
    <p:sldId id="261" r:id="rId8"/>
    <p:sldId id="262" r:id="rId9"/>
    <p:sldId id="263" r:id="rId10"/>
    <p:sldId id="264" r:id="rId11"/>
    <p:sldId id="267" r:id="rId12"/>
    <p:sldId id="269"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EFD725"/>
    <a:srgbClr val="E5CB2F"/>
    <a:srgbClr val="4A5356"/>
    <a:srgbClr val="9CA383"/>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A30101-1767-7510-A38B-1A07E258EEC9}" v="15" dt="2024-09-12T11:01:42.653"/>
    <p1510:client id="{97747344-3520-6DBC-70FA-13935FCA73DE}" v="5" dt="2024-09-12T10:02:52.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975" autoAdjust="0"/>
    <p:restoredTop sz="94660"/>
  </p:normalViewPr>
  <p:slideViewPr>
    <p:cSldViewPr snapToGrid="0">
      <p:cViewPr varScale="1">
        <p:scale>
          <a:sx n="115" d="100"/>
          <a:sy n="115" d="100"/>
        </p:scale>
        <p:origin x="-264" y="-11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pita Roy" userId="1a89f5ea-4173-41b8-bbd3-e7bd3860e0db" providerId="ADAL" clId="{9C117E5F-4B76-441E-BA45-7E441C4B5FAE}"/>
    <pc:docChg chg="addSld delSld modSld">
      <pc:chgData name="Arpita Roy" userId="1a89f5ea-4173-41b8-bbd3-e7bd3860e0db" providerId="ADAL" clId="{9C117E5F-4B76-441E-BA45-7E441C4B5FAE}" dt="2024-09-12T10:53:24.011" v="58" actId="2696"/>
      <pc:docMkLst>
        <pc:docMk/>
      </pc:docMkLst>
      <pc:sldChg chg="modSp del">
        <pc:chgData name="Arpita Roy" userId="1a89f5ea-4173-41b8-bbd3-e7bd3860e0db" providerId="ADAL" clId="{9C117E5F-4B76-441E-BA45-7E441C4B5FAE}" dt="2024-09-12T10:53:24.011" v="58" actId="2696"/>
        <pc:sldMkLst>
          <pc:docMk/>
          <pc:sldMk cId="1189884346" sldId="257"/>
        </pc:sldMkLst>
        <pc:graphicFrameChg chg="mod">
          <ac:chgData name="Arpita Roy" userId="1a89f5ea-4173-41b8-bbd3-e7bd3860e0db" providerId="ADAL" clId="{9C117E5F-4B76-441E-BA45-7E441C4B5FAE}" dt="2024-09-12T10:51:19.182" v="52" actId="207"/>
          <ac:graphicFrameMkLst>
            <pc:docMk/>
            <pc:sldMk cId="1189884346" sldId="257"/>
            <ac:graphicFrameMk id="5" creationId="{E2F6407E-AAD2-A4D5-4610-A42FBD9CB175}"/>
          </ac:graphicFrameMkLst>
        </pc:graphicFrameChg>
      </pc:sldChg>
      <pc:sldChg chg="addSp modSp add mod">
        <pc:chgData name="Arpita Roy" userId="1a89f5ea-4173-41b8-bbd3-e7bd3860e0db" providerId="ADAL" clId="{9C117E5F-4B76-441E-BA45-7E441C4B5FAE}" dt="2024-09-12T10:53:12.092" v="57" actId="13782"/>
        <pc:sldMkLst>
          <pc:docMk/>
          <pc:sldMk cId="2883350127" sldId="270"/>
        </pc:sldMkLst>
        <pc:spChg chg="add mod">
          <ac:chgData name="Arpita Roy" userId="1a89f5ea-4173-41b8-bbd3-e7bd3860e0db" providerId="ADAL" clId="{9C117E5F-4B76-441E-BA45-7E441C4B5FAE}" dt="2024-09-12T10:51:27.880" v="53" actId="207"/>
          <ac:spMkLst>
            <pc:docMk/>
            <pc:sldMk cId="2883350127" sldId="270"/>
            <ac:spMk id="6" creationId="{3BD57785-5D15-79E9-3ECF-86C512858270}"/>
          </ac:spMkLst>
        </pc:spChg>
        <pc:spChg chg="add mod">
          <ac:chgData name="Arpita Roy" userId="1a89f5ea-4173-41b8-bbd3-e7bd3860e0db" providerId="ADAL" clId="{9C117E5F-4B76-441E-BA45-7E441C4B5FAE}" dt="2024-09-12T10:51:27.880" v="53" actId="207"/>
          <ac:spMkLst>
            <pc:docMk/>
            <pc:sldMk cId="2883350127" sldId="270"/>
            <ac:spMk id="7" creationId="{6E193F18-9816-2134-C79C-11FDD5C0D8D5}"/>
          </ac:spMkLst>
        </pc:spChg>
        <pc:grpChg chg="add mod">
          <ac:chgData name="Arpita Roy" userId="1a89f5ea-4173-41b8-bbd3-e7bd3860e0db" providerId="ADAL" clId="{9C117E5F-4B76-441E-BA45-7E441C4B5FAE}" dt="2024-09-12T10:51:27.880" v="53" actId="207"/>
          <ac:grpSpMkLst>
            <pc:docMk/>
            <pc:sldMk cId="2883350127" sldId="270"/>
            <ac:grpSpMk id="4" creationId="{7BCE0D83-DF72-32F8-B5DD-EE783615D5F8}"/>
          </ac:grpSpMkLst>
        </pc:grpChg>
        <pc:graphicFrameChg chg="add mod modGraphic">
          <ac:chgData name="Arpita Roy" userId="1a89f5ea-4173-41b8-bbd3-e7bd3860e0db" providerId="ADAL" clId="{9C117E5F-4B76-441E-BA45-7E441C4B5FAE}" dt="2024-09-12T10:53:12.092" v="57" actId="13782"/>
          <ac:graphicFrameMkLst>
            <pc:docMk/>
            <pc:sldMk cId="2883350127" sldId="270"/>
            <ac:graphicFrameMk id="3" creationId="{B8CED378-0A86-9823-1D3F-9B4061B1FE95}"/>
          </ac:graphicFrameMkLst>
        </pc:graphicFrameChg>
        <pc:graphicFrameChg chg="mod">
          <ac:chgData name="Arpita Roy" userId="1a89f5ea-4173-41b8-bbd3-e7bd3860e0db" providerId="ADAL" clId="{9C117E5F-4B76-441E-BA45-7E441C4B5FAE}" dt="2024-09-12T10:49:32.462" v="30" actId="14100"/>
          <ac:graphicFrameMkLst>
            <pc:docMk/>
            <pc:sldMk cId="2883350127" sldId="270"/>
            <ac:graphicFrameMk id="5" creationId="{E2F6407E-AAD2-A4D5-4610-A42FBD9CB175}"/>
          </ac:graphicFrameMkLst>
        </pc:graphicFrameChg>
      </pc:sldChg>
    </pc:docChg>
  </pc:docChgLst>
  <pc:docChgLst>
    <pc:chgData name="Guest User" userId="S::urn:spo:anon#346b1cb35b4c7a56675b0f6e40624df9e88e9046cf9a7f5cb11d79da4fea2842::" providerId="AD" clId="Web-{97747344-3520-6DBC-70FA-13935FCA73DE}"/>
    <pc:docChg chg="modSld">
      <pc:chgData name="Guest User" userId="S::urn:spo:anon#346b1cb35b4c7a56675b0f6e40624df9e88e9046cf9a7f5cb11d79da4fea2842::" providerId="AD" clId="Web-{97747344-3520-6DBC-70FA-13935FCA73DE}" dt="2024-09-12T10:02:52.776" v="4" actId="20577"/>
      <pc:docMkLst>
        <pc:docMk/>
      </pc:docMkLst>
      <pc:sldChg chg="modSp">
        <pc:chgData name="Guest User" userId="S::urn:spo:anon#346b1cb35b4c7a56675b0f6e40624df9e88e9046cf9a7f5cb11d79da4fea2842::" providerId="AD" clId="Web-{97747344-3520-6DBC-70FA-13935FCA73DE}" dt="2024-09-12T10:02:52.776" v="4" actId="20577"/>
        <pc:sldMkLst>
          <pc:docMk/>
          <pc:sldMk cId="3130655203" sldId="263"/>
        </pc:sldMkLst>
        <pc:spChg chg="mod">
          <ac:chgData name="Guest User" userId="S::urn:spo:anon#346b1cb35b4c7a56675b0f6e40624df9e88e9046cf9a7f5cb11d79da4fea2842::" providerId="AD" clId="Web-{97747344-3520-6DBC-70FA-13935FCA73DE}" dt="2024-09-12T10:02:52.776" v="4" actId="20577"/>
          <ac:spMkLst>
            <pc:docMk/>
            <pc:sldMk cId="3130655203" sldId="263"/>
            <ac:spMk id="2" creationId="{1EEEA8E4-2B1A-430A-A41B-30AE8D1A7E78}"/>
          </ac:spMkLst>
        </pc:spChg>
      </pc:sldChg>
    </pc:docChg>
  </pc:docChgLst>
  <pc:docChgLst>
    <pc:chgData name="Arpita Roy" userId="S::arpita@edunetfoundation.org::1a89f5ea-4173-41b8-bbd3-e7bd3860e0db" providerId="AD" clId="Web-{2AA30101-1767-7510-A38B-1A07E258EEC9}"/>
    <pc:docChg chg="modSld">
      <pc:chgData name="Arpita Roy" userId="S::arpita@edunetfoundation.org::1a89f5ea-4173-41b8-bbd3-e7bd3860e0db" providerId="AD" clId="Web-{2AA30101-1767-7510-A38B-1A07E258EEC9}" dt="2024-09-12T11:01:42.653" v="12"/>
      <pc:docMkLst>
        <pc:docMk/>
      </pc:docMkLst>
      <pc:sldChg chg="modSp">
        <pc:chgData name="Arpita Roy" userId="S::arpita@edunetfoundation.org::1a89f5ea-4173-41b8-bbd3-e7bd3860e0db" providerId="AD" clId="Web-{2AA30101-1767-7510-A38B-1A07E258EEC9}" dt="2024-09-12T11:01:33.575" v="11"/>
        <pc:sldMkLst>
          <pc:docMk/>
          <pc:sldMk cId="2277255098" sldId="268"/>
        </pc:sldMkLst>
        <pc:spChg chg="mod">
          <ac:chgData name="Arpita Roy" userId="S::arpita@edunetfoundation.org::1a89f5ea-4173-41b8-bbd3-e7bd3860e0db" providerId="AD" clId="Web-{2AA30101-1767-7510-A38B-1A07E258EEC9}" dt="2024-09-12T11:01:33.575" v="11"/>
          <ac:spMkLst>
            <pc:docMk/>
            <pc:sldMk cId="2277255098" sldId="268"/>
            <ac:spMk id="18" creationId="{2AEFFFF2-9EB4-4B6C-B9F8-2BA3EF89A21C}"/>
          </ac:spMkLst>
        </pc:spChg>
      </pc:sldChg>
      <pc:sldChg chg="modSp">
        <pc:chgData name="Arpita Roy" userId="S::arpita@edunetfoundation.org::1a89f5ea-4173-41b8-bbd3-e7bd3860e0db" providerId="AD" clId="Web-{2AA30101-1767-7510-A38B-1A07E258EEC9}" dt="2024-09-12T10:54:12.181" v="10" actId="20577"/>
        <pc:sldMkLst>
          <pc:docMk/>
          <pc:sldMk cId="2900703761" sldId="269"/>
        </pc:sldMkLst>
        <pc:spChg chg="mod">
          <ac:chgData name="Arpita Roy" userId="S::arpita@edunetfoundation.org::1a89f5ea-4173-41b8-bbd3-e7bd3860e0db" providerId="AD" clId="Web-{2AA30101-1767-7510-A38B-1A07E258EEC9}" dt="2024-09-12T10:54:12.181" v="10" actId="20577"/>
          <ac:spMkLst>
            <pc:docMk/>
            <pc:sldMk cId="2900703761" sldId="269"/>
            <ac:spMk id="2" creationId="{9B5131FA-8D36-492B-8E16-2BB465AADDDF}"/>
          </ac:spMkLst>
        </pc:spChg>
      </pc:sldChg>
      <pc:sldChg chg="modSp">
        <pc:chgData name="Arpita Roy" userId="S::arpita@edunetfoundation.org::1a89f5ea-4173-41b8-bbd3-e7bd3860e0db" providerId="AD" clId="Web-{2AA30101-1767-7510-A38B-1A07E258EEC9}" dt="2024-09-12T11:01:42.653" v="12"/>
        <pc:sldMkLst>
          <pc:docMk/>
          <pc:sldMk cId="2883350127" sldId="270"/>
        </pc:sldMkLst>
        <pc:spChg chg="mod">
          <ac:chgData name="Arpita Roy" userId="S::arpita@edunetfoundation.org::1a89f5ea-4173-41b8-bbd3-e7bd3860e0db" providerId="AD" clId="Web-{2AA30101-1767-7510-A38B-1A07E258EEC9}" dt="2024-09-12T11:01:42.653" v="12"/>
          <ac:spMkLst>
            <pc:docMk/>
            <pc:sldMk cId="2883350127" sldId="270"/>
            <ac:spMk id="20" creationId="{4E866FF9-A729-45F0-A163-10E89E871602}"/>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 Id="rId4" Type="http://schemas.openxmlformats.org/officeDocument/2006/relationships/image" Target="../media/image4.jpeg"/></Relationships>
</file>

<file path=ppt/diagrams/_rels/data3.xml.rels><?xml version="1.0" encoding="UTF-8" standalone="yes"?>
<Relationships xmlns="http://schemas.openxmlformats.org/package/2006/relationships"><Relationship Id="rId1" Type="http://schemas.openxmlformats.org/officeDocument/2006/relationships/image" Target="../media/image5.png"/></Relationships>
</file>

<file path=ppt/diagrams/_rels/drawing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1.jpeg"/><Relationship Id="rId1" Type="http://schemas.openxmlformats.org/officeDocument/2006/relationships/image" Target="../media/image12.jpeg"/><Relationship Id="rId4" Type="http://schemas.openxmlformats.org/officeDocument/2006/relationships/image" Target="../media/image41.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51.pn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F6A618-09FA-4FA9-896D-79F33E5C14FB}" type="doc">
      <dgm:prSet loTypeId="urn:microsoft.com/office/officeart/2005/8/layout/vList5" loCatId="list" qsTypeId="urn:microsoft.com/office/officeart/2005/8/quickstyle/simple1" qsCatId="simple" csTypeId="urn:microsoft.com/office/officeart/2005/8/colors/colorful1#1" csCatId="colorful"/>
      <dgm:spPr/>
      <dgm:t>
        <a:bodyPr/>
        <a:lstStyle/>
        <a:p>
          <a:endParaRPr lang="en-US"/>
        </a:p>
      </dgm:t>
    </dgm:pt>
    <dgm:pt modelId="{0D63C321-B6BF-4F44-8460-059C4DB479A8}" type="pres">
      <dgm:prSet presAssocID="{21F6A618-09FA-4FA9-896D-79F33E5C14FB}" presName="Name0" presStyleCnt="0">
        <dgm:presLayoutVars>
          <dgm:dir/>
          <dgm:animLvl val="lvl"/>
          <dgm:resizeHandles val="exact"/>
        </dgm:presLayoutVars>
      </dgm:prSet>
      <dgm:spPr/>
      <dgm:t>
        <a:bodyPr/>
        <a:lstStyle/>
        <a:p>
          <a:endParaRPr lang="en-US"/>
        </a:p>
      </dgm:t>
    </dgm:pt>
  </dgm:ptLst>
  <dgm:cxnLst>
    <dgm:cxn modelId="{1BD35A9B-9895-054D-B983-D76CB588D357}" type="presOf" srcId="{21F6A618-09FA-4FA9-896D-79F33E5C14FB}" destId="{0D63C321-B6BF-4F44-8460-059C4DB479A8}" srcOrd="0" destOrd="0" presId="urn:microsoft.com/office/officeart/2005/8/layout/vList5"/>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2A6E1FD2-C312-44E0-8D4F-62D0B25DEF3D}">
      <dgm:prSet custT="1"/>
      <dgm:spPr>
        <a:solidFill>
          <a:schemeClr val="accent1">
            <a:lumMod val="20000"/>
            <a:lumOff val="80000"/>
            <a:alpha val="40000"/>
          </a:schemeClr>
        </a:solidFill>
      </dgm:spPr>
      <dgm:t>
        <a:bodyPr/>
        <a:lstStyle/>
        <a:p>
          <a:r>
            <a:rPr lang="en-IN" sz="2000" dirty="0" err="1" smtClean="0">
              <a:solidFill>
                <a:schemeClr val="tx2">
                  <a:lumMod val="50000"/>
                </a:schemeClr>
              </a:solidFill>
            </a:rPr>
            <a:t>Anchal</a:t>
          </a:r>
          <a:endParaRPr lang="en-US" sz="2000" dirty="0">
            <a:solidFill>
              <a:schemeClr val="tx2">
                <a:lumMod val="50000"/>
              </a:schemeClr>
            </a:solidFill>
          </a:endParaRPr>
        </a:p>
      </dgm:t>
    </dgm:pt>
    <dgm:pt modelId="{44F95057-5241-437B-867E-E88C19DED002}" type="parTrans" cxnId="{B83602C7-9F62-4F8B-A8CB-890C8908B36E}">
      <dgm:prSet/>
      <dgm:spPr/>
      <dgm:t>
        <a:bodyPr/>
        <a:lstStyle/>
        <a:p>
          <a:endParaRPr lang="en-US"/>
        </a:p>
      </dgm:t>
    </dgm:pt>
    <dgm:pt modelId="{7161A157-77DD-4654-83AD-85053500904D}" type="sibTrans" cxnId="{B83602C7-9F62-4F8B-A8CB-890C8908B36E}">
      <dgm:prSet/>
      <dgm:spPr/>
      <dgm:t>
        <a:bodyPr/>
        <a:lstStyle/>
        <a:p>
          <a:endParaRPr lang="en-US"/>
        </a:p>
      </dgm:t>
    </dgm:pt>
    <dgm:pt modelId="{52DFE429-4D8F-4E83-8247-35E3D421C5BC}">
      <dgm:prSet custT="1"/>
      <dgm:spPr/>
      <dgm:t>
        <a:bodyPr/>
        <a:lstStyle/>
        <a:p>
          <a:r>
            <a:rPr lang="en-IN" sz="2000" dirty="0" err="1" smtClean="0">
              <a:solidFill>
                <a:schemeClr val="tx2">
                  <a:lumMod val="50000"/>
                </a:schemeClr>
              </a:solidFill>
            </a:rPr>
            <a:t>Jyoti</a:t>
          </a:r>
          <a:endParaRPr lang="en-US" sz="2000" dirty="0">
            <a:solidFill>
              <a:schemeClr val="tx2">
                <a:lumMod val="50000"/>
              </a:schemeClr>
            </a:solidFill>
          </a:endParaRPr>
        </a:p>
      </dgm:t>
    </dgm:pt>
    <dgm:pt modelId="{29178585-482F-44F1-8411-EEE4FEB0A18B}" type="parTrans" cxnId="{48BC4E36-219E-4C17-9D2E-465B191DCFE4}">
      <dgm:prSet/>
      <dgm:spPr/>
      <dgm:t>
        <a:bodyPr/>
        <a:lstStyle/>
        <a:p>
          <a:endParaRPr lang="en-US"/>
        </a:p>
      </dgm:t>
    </dgm:pt>
    <dgm:pt modelId="{8E98556B-D954-4E58-94F6-DB98180A4585}" type="sibTrans" cxnId="{48BC4E36-219E-4C17-9D2E-465B191DCFE4}">
      <dgm:prSet/>
      <dgm:spPr/>
      <dgm:t>
        <a:bodyPr/>
        <a:lstStyle/>
        <a:p>
          <a:endParaRPr lang="en-US"/>
        </a:p>
      </dgm:t>
    </dgm:pt>
    <dgm:pt modelId="{6E9E8653-8BC8-4C52-A35B-2769E502392D}">
      <dgm:prSet custT="1"/>
      <dgm:spPr/>
      <dgm:t>
        <a:bodyPr/>
        <a:lstStyle/>
        <a:p>
          <a:r>
            <a:rPr lang="en-IN" sz="2000" dirty="0" err="1" smtClean="0">
              <a:solidFill>
                <a:schemeClr val="tx2">
                  <a:lumMod val="50000"/>
                </a:schemeClr>
              </a:solidFill>
            </a:rPr>
            <a:t>Mansi</a:t>
          </a:r>
          <a:r>
            <a:rPr lang="en-IN" sz="2000" dirty="0" smtClean="0">
              <a:solidFill>
                <a:schemeClr val="tx2">
                  <a:lumMod val="50000"/>
                </a:schemeClr>
              </a:solidFill>
            </a:rPr>
            <a:t> </a:t>
          </a:r>
          <a:r>
            <a:rPr lang="en-IN" sz="2000" dirty="0" err="1" smtClean="0">
              <a:solidFill>
                <a:schemeClr val="tx2">
                  <a:lumMod val="50000"/>
                </a:schemeClr>
              </a:solidFill>
            </a:rPr>
            <a:t>Karnatak</a:t>
          </a:r>
          <a:endParaRPr lang="en-US" sz="2000" dirty="0">
            <a:solidFill>
              <a:schemeClr val="tx2">
                <a:lumMod val="50000"/>
              </a:schemeClr>
            </a:solidFill>
          </a:endParaRPr>
        </a:p>
      </dgm:t>
    </dgm:pt>
    <dgm:pt modelId="{82B45140-462E-4C8B-9B25-E35F1EF90BB3}" type="parTrans" cxnId="{BE2EDDE4-F6AF-4ADF-B7B8-8B53B7B8A88E}">
      <dgm:prSet/>
      <dgm:spPr/>
      <dgm:t>
        <a:bodyPr/>
        <a:lstStyle/>
        <a:p>
          <a:endParaRPr lang="en-US"/>
        </a:p>
      </dgm:t>
    </dgm:pt>
    <dgm:pt modelId="{BC7146B3-9BDF-4553-B199-2DB02A9555FA}" type="sibTrans" cxnId="{BE2EDDE4-F6AF-4ADF-B7B8-8B53B7B8A88E}">
      <dgm:prSet/>
      <dgm:spPr/>
      <dgm:t>
        <a:bodyPr/>
        <a:lstStyle/>
        <a:p>
          <a:endParaRPr lang="en-US"/>
        </a:p>
      </dgm:t>
    </dgm:pt>
    <dgm:pt modelId="{A1F4593A-63D0-42D9-8664-58C36CAF2C13}">
      <dgm:prSet custT="1"/>
      <dgm:spPr/>
      <dgm:t>
        <a:bodyPr/>
        <a:lstStyle/>
        <a:p>
          <a:r>
            <a:rPr lang="en-IN" sz="2000" dirty="0" err="1" smtClean="0">
              <a:solidFill>
                <a:schemeClr val="tx1">
                  <a:lumMod val="95000"/>
                  <a:lumOff val="5000"/>
                </a:schemeClr>
              </a:solidFill>
            </a:rPr>
            <a:t>Mahima</a:t>
          </a:r>
          <a:endParaRPr lang="en-US" sz="2000" dirty="0">
            <a:solidFill>
              <a:schemeClr val="tx1">
                <a:lumMod val="95000"/>
                <a:lumOff val="5000"/>
              </a:schemeClr>
            </a:solidFill>
          </a:endParaRPr>
        </a:p>
      </dgm:t>
    </dgm:pt>
    <dgm:pt modelId="{9E62E5F5-4180-43BA-94E5-A93CA903CBDE}" type="parTrans" cxnId="{F903AA03-30E0-4EE0-8539-3BC273F6D75B}">
      <dgm:prSet/>
      <dgm:spPr/>
      <dgm:t>
        <a:bodyPr/>
        <a:lstStyle/>
        <a:p>
          <a:endParaRPr lang="en-US"/>
        </a:p>
      </dgm:t>
    </dgm:pt>
    <dgm:pt modelId="{43EB3D60-2164-4D24-99E6-B02D2AEDF85E}" type="sibTrans" cxnId="{F903AA03-30E0-4EE0-8539-3BC273F6D75B}">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9B283DD1-F684-445E-A8B5-7FFD75260CAB}" type="pres">
      <dgm:prSet presAssocID="{2A6E1FD2-C312-44E0-8D4F-62D0B25DEF3D}" presName="composite" presStyleCnt="0"/>
      <dgm:spPr/>
    </dgm:pt>
    <dgm:pt modelId="{31B2C2FD-2E8E-46DF-BBEC-7E89A21861D6}" type="pres">
      <dgm:prSet presAssocID="{2A6E1FD2-C312-44E0-8D4F-62D0B25DEF3D}" presName="rect1" presStyleLbl="bgShp" presStyleIdx="0" presStyleCnt="4" custScaleX="136557" custScaleY="138670"/>
      <dgm:spPr>
        <a:blipFill rotWithShape="0">
          <a:blip xmlns:r="http://schemas.openxmlformats.org/officeDocument/2006/relationships" r:embed="rId1"/>
          <a:stretch>
            <a:fillRect/>
          </a:stretch>
        </a:blipFill>
      </dgm:spPr>
      <dgm:t>
        <a:bodyPr/>
        <a:lstStyle/>
        <a:p>
          <a:endParaRPr lang="en-US"/>
        </a:p>
      </dgm:t>
    </dgm:pt>
    <dgm:pt modelId="{244603A0-6E4C-43F7-8EA3-82CF4D464933}" type="pres">
      <dgm:prSet presAssocID="{2A6E1FD2-C312-44E0-8D4F-62D0B25DEF3D}" presName="rect2" presStyleLbl="trBgShp" presStyleIdx="0" presStyleCnt="4" custScaleX="133053" custLinFactNeighborX="-1313" custLinFactNeighborY="86157">
        <dgm:presLayoutVars>
          <dgm:bulletEnabled val="1"/>
        </dgm:presLayoutVars>
      </dgm:prSet>
      <dgm:spPr/>
      <dgm:t>
        <a:bodyPr/>
        <a:lstStyle/>
        <a:p>
          <a:endParaRPr lang="en-US"/>
        </a:p>
      </dgm:t>
    </dgm:pt>
    <dgm:pt modelId="{202170CC-365C-4198-8C12-0919EB3DC229}" type="pres">
      <dgm:prSet presAssocID="{7161A157-77DD-4654-83AD-85053500904D}" presName="sibTrans" presStyleCnt="0"/>
      <dgm:spPr/>
    </dgm:pt>
    <dgm:pt modelId="{53FF62FF-A0A1-4EA0-9B3D-C59EDFD13FC9}" type="pres">
      <dgm:prSet presAssocID="{52DFE429-4D8F-4E83-8247-35E3D421C5BC}" presName="composite" presStyleCnt="0"/>
      <dgm:spPr/>
    </dgm:pt>
    <dgm:pt modelId="{0205B927-6FCD-48F4-B5CB-61E08D0B1DC7}" type="pres">
      <dgm:prSet presAssocID="{52DFE429-4D8F-4E83-8247-35E3D421C5BC}" presName="rect1" presStyleLbl="bgShp" presStyleIdx="1" presStyleCnt="4" custScaleX="146439" custScaleY="136023"/>
      <dgm:spPr>
        <a:blipFill>
          <a:blip xmlns:r="http://schemas.openxmlformats.org/officeDocument/2006/relationships" r:embed="rId2">
            <a:extLst>
              <a:ext uri="{28A0092B-C50C-407E-A947-70E740481C1C}">
                <a14:useLocalDpi xmlns="" xmlns:a14="http://schemas.microsoft.com/office/drawing/2010/main" val="0"/>
              </a:ext>
            </a:extLst>
          </a:blip>
          <a:srcRect/>
          <a:stretch>
            <a:fillRect t="-34000" b="-34000"/>
          </a:stretch>
        </a:blipFill>
      </dgm:spPr>
      <dgm:t>
        <a:bodyPr/>
        <a:lstStyle/>
        <a:p>
          <a:endParaRPr lang="en-US"/>
        </a:p>
      </dgm:t>
    </dgm:pt>
    <dgm:pt modelId="{1C170DB8-1B1C-4904-A41A-141F44C4B928}" type="pres">
      <dgm:prSet presAssocID="{52DFE429-4D8F-4E83-8247-35E3D421C5BC}" presName="rect2" presStyleLbl="trBgShp" presStyleIdx="1" presStyleCnt="4" custScaleX="144737" custLinFactNeighborX="1336" custLinFactNeighborY="81185">
        <dgm:presLayoutVars>
          <dgm:bulletEnabled val="1"/>
        </dgm:presLayoutVars>
      </dgm:prSet>
      <dgm:spPr/>
      <dgm:t>
        <a:bodyPr/>
        <a:lstStyle/>
        <a:p>
          <a:endParaRPr lang="en-US"/>
        </a:p>
      </dgm:t>
    </dgm:pt>
    <dgm:pt modelId="{FC86206A-F1F4-4413-9358-F5DB48E5964D}" type="pres">
      <dgm:prSet presAssocID="{8E98556B-D954-4E58-94F6-DB98180A4585}" presName="sibTrans" presStyleCnt="0"/>
      <dgm:spPr/>
    </dgm:pt>
    <dgm:pt modelId="{D33AF38E-8E2B-494E-8442-160A35084E7D}" type="pres">
      <dgm:prSet presAssocID="{6E9E8653-8BC8-4C52-A35B-2769E502392D}" presName="composite" presStyleCnt="0"/>
      <dgm:spPr/>
    </dgm:pt>
    <dgm:pt modelId="{21CA5776-F04D-4D27-BE76-A00E5A36C5E0}" type="pres">
      <dgm:prSet presAssocID="{6E9E8653-8BC8-4C52-A35B-2769E502392D}" presName="rect1" presStyleLbl="bgShp" presStyleIdx="2" presStyleCnt="4" custScaleX="143835" custScaleY="129512" custLinFactNeighborX="-26515" custLinFactNeighborY="-7216"/>
      <dgm:spPr>
        <a:blipFill rotWithShape="0">
          <a:blip xmlns:r="http://schemas.openxmlformats.org/officeDocument/2006/relationships" r:embed="rId3"/>
          <a:stretch>
            <a:fillRect/>
          </a:stretch>
        </a:blipFill>
      </dgm:spPr>
      <dgm:t>
        <a:bodyPr/>
        <a:lstStyle/>
        <a:p>
          <a:endParaRPr lang="en-US"/>
        </a:p>
      </dgm:t>
    </dgm:pt>
    <dgm:pt modelId="{AB53B20B-C6D5-4022-A9C6-6CE1E16884D9}" type="pres">
      <dgm:prSet presAssocID="{6E9E8653-8BC8-4C52-A35B-2769E502392D}" presName="rect2" presStyleLbl="trBgShp" presStyleIdx="2" presStyleCnt="4" custScaleX="130041" custScaleY="95477" custLinFactNeighborX="-22416" custLinFactNeighborY="23581">
        <dgm:presLayoutVars>
          <dgm:bulletEnabled val="1"/>
        </dgm:presLayoutVars>
      </dgm:prSet>
      <dgm:spPr/>
      <dgm:t>
        <a:bodyPr/>
        <a:lstStyle/>
        <a:p>
          <a:endParaRPr lang="en-US"/>
        </a:p>
      </dgm:t>
    </dgm:pt>
    <dgm:pt modelId="{7A9BCE0A-145D-43BD-BE5E-B019602B8CF4}" type="pres">
      <dgm:prSet presAssocID="{BC7146B3-9BDF-4553-B199-2DB02A9555FA}" presName="sibTrans" presStyleCnt="0"/>
      <dgm:spPr/>
    </dgm:pt>
    <dgm:pt modelId="{AE8FB2BF-E2E5-4304-BFFA-E38E960B35B3}" type="pres">
      <dgm:prSet presAssocID="{A1F4593A-63D0-42D9-8664-58C36CAF2C13}" presName="composite" presStyleCnt="0"/>
      <dgm:spPr/>
    </dgm:pt>
    <dgm:pt modelId="{195559A7-AD80-4976-A6E3-13710BA98B71}" type="pres">
      <dgm:prSet presAssocID="{A1F4593A-63D0-42D9-8664-58C36CAF2C13}" presName="rect1" presStyleLbl="bgShp" presStyleIdx="3" presStyleCnt="4" custScaleX="128166" custScaleY="133372" custLinFactNeighborX="-79" custLinFactNeighborY="-7333"/>
      <dgm:spPr>
        <a:blipFill>
          <a:blip xmlns:r="http://schemas.openxmlformats.org/officeDocument/2006/relationships" r:embed="rId4">
            <a:extLst>
              <a:ext uri="{28A0092B-C50C-407E-A947-70E740481C1C}">
                <a14:useLocalDpi xmlns="" xmlns:a14="http://schemas.microsoft.com/office/drawing/2010/main" val="0"/>
              </a:ext>
            </a:extLst>
          </a:blip>
          <a:srcRect/>
          <a:stretch>
            <a:fillRect t="-25000" b="-25000"/>
          </a:stretch>
        </a:blipFill>
      </dgm:spPr>
      <dgm:t>
        <a:bodyPr/>
        <a:lstStyle/>
        <a:p>
          <a:endParaRPr lang="en-US"/>
        </a:p>
      </dgm:t>
    </dgm:pt>
    <dgm:pt modelId="{8D7B03B8-B727-4DB5-ADEC-DDBD2B38903B}" type="pres">
      <dgm:prSet presAssocID="{A1F4593A-63D0-42D9-8664-58C36CAF2C13}" presName="rect2" presStyleLbl="trBgShp" presStyleIdx="3" presStyleCnt="4">
        <dgm:presLayoutVars>
          <dgm:bulletEnabled val="1"/>
        </dgm:presLayoutVars>
      </dgm:prSet>
      <dgm:spPr/>
      <dgm:t>
        <a:bodyPr/>
        <a:lstStyle/>
        <a:p>
          <a:endParaRPr lang="en-US"/>
        </a:p>
      </dgm:t>
    </dgm:pt>
  </dgm:ptLst>
  <dgm:cxnLst>
    <dgm:cxn modelId="{7617E200-38D1-4290-979E-C41F12AD193F}" type="presOf" srcId="{A1F4593A-63D0-42D9-8664-58C36CAF2C13}" destId="{8D7B03B8-B727-4DB5-ADEC-DDBD2B38903B}" srcOrd="0" destOrd="0" presId="urn:microsoft.com/office/officeart/2008/layout/BendingPictureSemiTransparentText"/>
    <dgm:cxn modelId="{B83602C7-9F62-4F8B-A8CB-890C8908B36E}" srcId="{D4990C0E-385A-46E1-A872-03852ADA83AA}" destId="{2A6E1FD2-C312-44E0-8D4F-62D0B25DEF3D}" srcOrd="0" destOrd="0" parTransId="{44F95057-5241-437B-867E-E88C19DED002}" sibTransId="{7161A157-77DD-4654-83AD-85053500904D}"/>
    <dgm:cxn modelId="{1F96EBE2-BD2C-45F6-A051-87CF3807C652}" type="presOf" srcId="{D4990C0E-385A-46E1-A872-03852ADA83AA}" destId="{E51EB8E7-DD72-46C1-B39A-364CA3CDCF01}" srcOrd="0" destOrd="0" presId="urn:microsoft.com/office/officeart/2008/layout/BendingPictureSemiTransparentText"/>
    <dgm:cxn modelId="{48BC4E36-219E-4C17-9D2E-465B191DCFE4}" srcId="{D4990C0E-385A-46E1-A872-03852ADA83AA}" destId="{52DFE429-4D8F-4E83-8247-35E3D421C5BC}" srcOrd="1" destOrd="0" parTransId="{29178585-482F-44F1-8411-EEE4FEB0A18B}" sibTransId="{8E98556B-D954-4E58-94F6-DB98180A4585}"/>
    <dgm:cxn modelId="{858611F9-94F1-4024-A18B-1F3D86E2603F}" type="presOf" srcId="{6E9E8653-8BC8-4C52-A35B-2769E502392D}" destId="{AB53B20B-C6D5-4022-A9C6-6CE1E16884D9}" srcOrd="0" destOrd="0" presId="urn:microsoft.com/office/officeart/2008/layout/BendingPictureSemiTransparentText"/>
    <dgm:cxn modelId="{E1AD0998-6955-4600-8AB9-8264374B576C}" type="presOf" srcId="{52DFE429-4D8F-4E83-8247-35E3D421C5BC}" destId="{1C170DB8-1B1C-4904-A41A-141F44C4B928}" srcOrd="0" destOrd="0" presId="urn:microsoft.com/office/officeart/2008/layout/BendingPictureSemiTransparentText"/>
    <dgm:cxn modelId="{EBC72601-4ED0-4858-ACCE-246747221301}" type="presOf" srcId="{2A6E1FD2-C312-44E0-8D4F-62D0B25DEF3D}" destId="{244603A0-6E4C-43F7-8EA3-82CF4D464933}" srcOrd="0" destOrd="0" presId="urn:microsoft.com/office/officeart/2008/layout/BendingPictureSemiTransparentText"/>
    <dgm:cxn modelId="{BE2EDDE4-F6AF-4ADF-B7B8-8B53B7B8A88E}" srcId="{D4990C0E-385A-46E1-A872-03852ADA83AA}" destId="{6E9E8653-8BC8-4C52-A35B-2769E502392D}" srcOrd="2" destOrd="0" parTransId="{82B45140-462E-4C8B-9B25-E35F1EF90BB3}" sibTransId="{BC7146B3-9BDF-4553-B199-2DB02A9555FA}"/>
    <dgm:cxn modelId="{F903AA03-30E0-4EE0-8539-3BC273F6D75B}" srcId="{D4990C0E-385A-46E1-A872-03852ADA83AA}" destId="{A1F4593A-63D0-42D9-8664-58C36CAF2C13}" srcOrd="3" destOrd="0" parTransId="{9E62E5F5-4180-43BA-94E5-A93CA903CBDE}" sibTransId="{43EB3D60-2164-4D24-99E6-B02D2AEDF85E}"/>
    <dgm:cxn modelId="{40F84F1F-5198-4E65-83DD-8C930DCA02B4}" type="presParOf" srcId="{E51EB8E7-DD72-46C1-B39A-364CA3CDCF01}" destId="{9B283DD1-F684-445E-A8B5-7FFD75260CAB}" srcOrd="0" destOrd="0" presId="urn:microsoft.com/office/officeart/2008/layout/BendingPictureSemiTransparentText"/>
    <dgm:cxn modelId="{C568537B-413C-4D48-8D09-EE659F3ACABE}" type="presParOf" srcId="{9B283DD1-F684-445E-A8B5-7FFD75260CAB}" destId="{31B2C2FD-2E8E-46DF-BBEC-7E89A21861D6}" srcOrd="0" destOrd="0" presId="urn:microsoft.com/office/officeart/2008/layout/BendingPictureSemiTransparentText"/>
    <dgm:cxn modelId="{CD838BCD-833B-454F-9575-AF1B7787557A}" type="presParOf" srcId="{9B283DD1-F684-445E-A8B5-7FFD75260CAB}" destId="{244603A0-6E4C-43F7-8EA3-82CF4D464933}" srcOrd="1" destOrd="0" presId="urn:microsoft.com/office/officeart/2008/layout/BendingPictureSemiTransparentText"/>
    <dgm:cxn modelId="{DD7316F3-C12D-4800-9229-BBD6C0E0CA74}" type="presParOf" srcId="{E51EB8E7-DD72-46C1-B39A-364CA3CDCF01}" destId="{202170CC-365C-4198-8C12-0919EB3DC229}" srcOrd="1" destOrd="0" presId="urn:microsoft.com/office/officeart/2008/layout/BendingPictureSemiTransparentText"/>
    <dgm:cxn modelId="{C370489E-C397-4B77-8F76-3BBC0166E5B0}" type="presParOf" srcId="{E51EB8E7-DD72-46C1-B39A-364CA3CDCF01}" destId="{53FF62FF-A0A1-4EA0-9B3D-C59EDFD13FC9}" srcOrd="2" destOrd="0" presId="urn:microsoft.com/office/officeart/2008/layout/BendingPictureSemiTransparentText"/>
    <dgm:cxn modelId="{914AA82B-E000-4EE7-87D5-73A5FB684C07}" type="presParOf" srcId="{53FF62FF-A0A1-4EA0-9B3D-C59EDFD13FC9}" destId="{0205B927-6FCD-48F4-B5CB-61E08D0B1DC7}" srcOrd="0" destOrd="0" presId="urn:microsoft.com/office/officeart/2008/layout/BendingPictureSemiTransparentText"/>
    <dgm:cxn modelId="{FA4A7E8C-462E-425A-931B-9ACD0DA6658C}" type="presParOf" srcId="{53FF62FF-A0A1-4EA0-9B3D-C59EDFD13FC9}" destId="{1C170DB8-1B1C-4904-A41A-141F44C4B928}" srcOrd="1" destOrd="0" presId="urn:microsoft.com/office/officeart/2008/layout/BendingPictureSemiTransparentText"/>
    <dgm:cxn modelId="{7A60C501-11FE-453E-8C54-28D8D23AFC88}" type="presParOf" srcId="{E51EB8E7-DD72-46C1-B39A-364CA3CDCF01}" destId="{FC86206A-F1F4-4413-9358-F5DB48E5964D}" srcOrd="3" destOrd="0" presId="urn:microsoft.com/office/officeart/2008/layout/BendingPictureSemiTransparentText"/>
    <dgm:cxn modelId="{46A835FD-93A9-4CCA-B712-5CBB49C93B21}" type="presParOf" srcId="{E51EB8E7-DD72-46C1-B39A-364CA3CDCF01}" destId="{D33AF38E-8E2B-494E-8442-160A35084E7D}" srcOrd="4" destOrd="0" presId="urn:microsoft.com/office/officeart/2008/layout/BendingPictureSemiTransparentText"/>
    <dgm:cxn modelId="{44CEE286-A7D4-48B0-B2E3-AAB6E4DFB9F9}" type="presParOf" srcId="{D33AF38E-8E2B-494E-8442-160A35084E7D}" destId="{21CA5776-F04D-4D27-BE76-A00E5A36C5E0}" srcOrd="0" destOrd="0" presId="urn:microsoft.com/office/officeart/2008/layout/BendingPictureSemiTransparentText"/>
    <dgm:cxn modelId="{1B5879DB-70C7-43A8-B2A0-91AC44A40FDE}" type="presParOf" srcId="{D33AF38E-8E2B-494E-8442-160A35084E7D}" destId="{AB53B20B-C6D5-4022-A9C6-6CE1E16884D9}" srcOrd="1" destOrd="0" presId="urn:microsoft.com/office/officeart/2008/layout/BendingPictureSemiTransparentText"/>
    <dgm:cxn modelId="{F32898CE-15A4-46EE-BE98-46F0D5985407}" type="presParOf" srcId="{E51EB8E7-DD72-46C1-B39A-364CA3CDCF01}" destId="{7A9BCE0A-145D-43BD-BE5E-B019602B8CF4}" srcOrd="5" destOrd="0" presId="urn:microsoft.com/office/officeart/2008/layout/BendingPictureSemiTransparentText"/>
    <dgm:cxn modelId="{ECD225DE-58C8-4550-807C-B3C23A1E6C9F}" type="presParOf" srcId="{E51EB8E7-DD72-46C1-B39A-364CA3CDCF01}" destId="{AE8FB2BF-E2E5-4304-BFFA-E38E960B35B3}" srcOrd="6" destOrd="0" presId="urn:microsoft.com/office/officeart/2008/layout/BendingPictureSemiTransparentText"/>
    <dgm:cxn modelId="{880FD788-2B09-4B27-851A-B0D65193BF89}" type="presParOf" srcId="{AE8FB2BF-E2E5-4304-BFFA-E38E960B35B3}" destId="{195559A7-AD80-4976-A6E3-13710BA98B71}" srcOrd="0" destOrd="0" presId="urn:microsoft.com/office/officeart/2008/layout/BendingPictureSemiTransparentText"/>
    <dgm:cxn modelId="{0F89B4B2-43EE-4CFE-9937-8ADEE0BB9FAB}" type="presParOf" srcId="{AE8FB2BF-E2E5-4304-BFFA-E38E960B35B3}" destId="{8D7B03B8-B727-4DB5-ADEC-DDBD2B38903B}" srcOrd="1" destOrd="0" presId="urn:microsoft.com/office/officeart/2008/layout/BendingPictureSemiTransparentText"/>
  </dgm:cxnLst>
  <dgm:bg/>
  <dgm:whole/>
  <dgm:extLst>
    <a:ext uri="http://schemas.microsoft.com/office/drawing/2008/diagram">
      <dsp:dataModelExt xmlns=""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52DFE429-4D8F-4E83-8247-35E3D421C5BC}">
      <dgm:prSet custT="1"/>
      <dgm:spPr/>
      <dgm:t>
        <a:bodyPr/>
        <a:lstStyle/>
        <a:p>
          <a:r>
            <a:rPr lang="en-US" sz="2400" dirty="0" err="1" smtClean="0">
              <a:solidFill>
                <a:schemeClr val="tx2">
                  <a:lumMod val="50000"/>
                </a:schemeClr>
              </a:solidFill>
            </a:rPr>
            <a:t>Anuradha</a:t>
          </a:r>
          <a:endParaRPr lang="en-US" sz="2400" dirty="0">
            <a:solidFill>
              <a:schemeClr val="tx2">
                <a:lumMod val="50000"/>
              </a:schemeClr>
            </a:solidFill>
          </a:endParaRPr>
        </a:p>
      </dgm:t>
    </dgm:pt>
    <dgm:pt modelId="{29178585-482F-44F1-8411-EEE4FEB0A18B}" type="parTrans" cxnId="{48BC4E36-219E-4C17-9D2E-465B191DCFE4}">
      <dgm:prSet/>
      <dgm:spPr/>
      <dgm:t>
        <a:bodyPr/>
        <a:lstStyle/>
        <a:p>
          <a:endParaRPr lang="en-US"/>
        </a:p>
      </dgm:t>
    </dgm:pt>
    <dgm:pt modelId="{8E98556B-D954-4E58-94F6-DB98180A4585}" type="sibTrans" cxnId="{48BC4E36-219E-4C17-9D2E-465B191DCFE4}">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53FF62FF-A0A1-4EA0-9B3D-C59EDFD13FC9}" type="pres">
      <dgm:prSet presAssocID="{52DFE429-4D8F-4E83-8247-35E3D421C5BC}" presName="composite" presStyleCnt="0"/>
      <dgm:spPr/>
    </dgm:pt>
    <dgm:pt modelId="{0205B927-6FCD-48F4-B5CB-61E08D0B1DC7}" type="pres">
      <dgm:prSet presAssocID="{52DFE429-4D8F-4E83-8247-35E3D421C5BC}" presName="rect1" presStyleLbl="bgShp" presStyleIdx="0" presStyleCnt="1" custScaleX="119837" custLinFactNeighborX="-3129" custLinFactNeighborY="-23590"/>
      <dgm:spPr>
        <a:blipFill rotWithShape="0">
          <a:blip xmlns:r="http://schemas.openxmlformats.org/officeDocument/2006/relationships" r:embed="rId1"/>
          <a:stretch>
            <a:fillRect/>
          </a:stretch>
        </a:blipFill>
      </dgm:spPr>
      <dgm:t>
        <a:bodyPr/>
        <a:lstStyle/>
        <a:p>
          <a:endParaRPr lang="en-US"/>
        </a:p>
      </dgm:t>
    </dgm:pt>
    <dgm:pt modelId="{1C170DB8-1B1C-4904-A41A-141F44C4B928}" type="pres">
      <dgm:prSet presAssocID="{52DFE429-4D8F-4E83-8247-35E3D421C5BC}" presName="rect2" presStyleLbl="trBgShp" presStyleIdx="0" presStyleCnt="1" custScaleX="119901" custScaleY="83602" custLinFactNeighborX="4987" custLinFactNeighborY="76649">
        <dgm:presLayoutVars>
          <dgm:bulletEnabled val="1"/>
        </dgm:presLayoutVars>
      </dgm:prSet>
      <dgm:spPr/>
      <dgm:t>
        <a:bodyPr/>
        <a:lstStyle/>
        <a:p>
          <a:endParaRPr lang="en-US"/>
        </a:p>
      </dgm:t>
    </dgm:pt>
  </dgm:ptLst>
  <dgm:cxnLst>
    <dgm:cxn modelId="{48BC4E36-219E-4C17-9D2E-465B191DCFE4}" srcId="{D4990C0E-385A-46E1-A872-03852ADA83AA}" destId="{52DFE429-4D8F-4E83-8247-35E3D421C5BC}" srcOrd="0" destOrd="0" parTransId="{29178585-482F-44F1-8411-EEE4FEB0A18B}" sibTransId="{8E98556B-D954-4E58-94F6-DB98180A4585}"/>
    <dgm:cxn modelId="{E1AD0998-6955-4600-8AB9-8264374B576C}" type="presOf" srcId="{52DFE429-4D8F-4E83-8247-35E3D421C5BC}" destId="{1C170DB8-1B1C-4904-A41A-141F44C4B928}" srcOrd="0" destOrd="0" presId="urn:microsoft.com/office/officeart/2008/layout/BendingPictureSemiTransparentText"/>
    <dgm:cxn modelId="{1F96EBE2-BD2C-45F6-A051-87CF3807C652}" type="presOf" srcId="{D4990C0E-385A-46E1-A872-03852ADA83AA}" destId="{E51EB8E7-DD72-46C1-B39A-364CA3CDCF01}" srcOrd="0" destOrd="0" presId="urn:microsoft.com/office/officeart/2008/layout/BendingPictureSemiTransparentText"/>
    <dgm:cxn modelId="{C370489E-C397-4B77-8F76-3BBC0166E5B0}" type="presParOf" srcId="{E51EB8E7-DD72-46C1-B39A-364CA3CDCF01}" destId="{53FF62FF-A0A1-4EA0-9B3D-C59EDFD13FC9}" srcOrd="0" destOrd="0" presId="urn:microsoft.com/office/officeart/2008/layout/BendingPictureSemiTransparentText"/>
    <dgm:cxn modelId="{914AA82B-E000-4EE7-87D5-73A5FB684C07}" type="presParOf" srcId="{53FF62FF-A0A1-4EA0-9B3D-C59EDFD13FC9}" destId="{0205B927-6FCD-48F4-B5CB-61E08D0B1DC7}" srcOrd="0" destOrd="0" presId="urn:microsoft.com/office/officeart/2008/layout/BendingPictureSemiTransparentText"/>
    <dgm:cxn modelId="{FA4A7E8C-462E-425A-931B-9ACD0DA6658C}" type="presParOf" srcId="{53FF62FF-A0A1-4EA0-9B3D-C59EDFD13FC9}" destId="{1C170DB8-1B1C-4904-A41A-141F44C4B928}" srcOrd="1" destOrd="0" presId="urn:microsoft.com/office/officeart/2008/layout/BendingPictureSemiTransparentText"/>
  </dgm:cxnLst>
  <dgm:bg/>
  <dgm:whole/>
  <dgm:extLst>
    <a:ext uri="http://schemas.microsoft.com/office/drawing/2008/diagram">
      <dsp:dataModelExt xmlns=""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31B2C2FD-2E8E-46DF-BBEC-7E89A21861D6}">
      <dsp:nvSpPr>
        <dsp:cNvPr id="0" name=""/>
        <dsp:cNvSpPr/>
      </dsp:nvSpPr>
      <dsp:spPr>
        <a:xfrm>
          <a:off x="2027" y="699977"/>
          <a:ext cx="2234633" cy="1944982"/>
        </a:xfrm>
        <a:prstGeom prst="rect">
          <a:avLst/>
        </a:prstGeom>
        <a:blipFill rotWithShape="0">
          <a:blip xmlns:r="http://schemas.openxmlformats.org/officeDocument/2006/relationships" r:embed="rId1"/>
          <a:stretch>
            <a:fillRect/>
          </a:stretch>
        </a:blipFill>
        <a:ln>
          <a:noFill/>
        </a:ln>
        <a:effectLst/>
      </dsp:spPr>
      <dsp:style>
        <a:lnRef idx="0">
          <a:scrgbClr r="0" g="0" b="0"/>
        </a:lnRef>
        <a:fillRef idx="1">
          <a:scrgbClr r="0" g="0" b="0"/>
        </a:fillRef>
        <a:effectRef idx="0">
          <a:scrgbClr r="0" g="0" b="0"/>
        </a:effectRef>
        <a:fontRef idx="minor"/>
      </dsp:style>
    </dsp:sp>
    <dsp:sp modelId="{244603A0-6E4C-43F7-8EA3-82CF4D464933}">
      <dsp:nvSpPr>
        <dsp:cNvPr id="0" name=""/>
        <dsp:cNvSpPr/>
      </dsp:nvSpPr>
      <dsp:spPr>
        <a:xfrm>
          <a:off x="9210" y="2243012"/>
          <a:ext cx="2177293" cy="336623"/>
        </a:xfrm>
        <a:prstGeom prst="rect">
          <a:avLst/>
        </a:prstGeom>
        <a:solidFill>
          <a:schemeClr val="accent1">
            <a:lumMod val="20000"/>
            <a:lumOff val="80000"/>
            <a:alpha val="4000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IN" sz="2000" kern="1200" dirty="0" err="1" smtClean="0">
              <a:solidFill>
                <a:schemeClr val="tx2">
                  <a:lumMod val="50000"/>
                </a:schemeClr>
              </a:solidFill>
            </a:rPr>
            <a:t>Anchal</a:t>
          </a:r>
          <a:endParaRPr lang="en-US" sz="2000" kern="1200" dirty="0">
            <a:solidFill>
              <a:schemeClr val="tx2">
                <a:lumMod val="50000"/>
              </a:schemeClr>
            </a:solidFill>
          </a:endParaRPr>
        </a:p>
      </dsp:txBody>
      <dsp:txXfrm>
        <a:off x="9210" y="2243012"/>
        <a:ext cx="2177293" cy="336623"/>
      </dsp:txXfrm>
    </dsp:sp>
    <dsp:sp modelId="{0205B927-6FCD-48F4-B5CB-61E08D0B1DC7}">
      <dsp:nvSpPr>
        <dsp:cNvPr id="0" name=""/>
        <dsp:cNvSpPr/>
      </dsp:nvSpPr>
      <dsp:spPr>
        <a:xfrm>
          <a:off x="2403569" y="718540"/>
          <a:ext cx="2396343" cy="1907855"/>
        </a:xfrm>
        <a:prstGeom prst="rect">
          <a:avLst/>
        </a:prstGeom>
        <a:blipFill>
          <a:blip xmlns:r="http://schemas.openxmlformats.org/officeDocument/2006/relationships" r:embed="rId2">
            <a:extLst>
              <a:ext uri="{28A0092B-C50C-407E-A947-70E740481C1C}">
                <a14:useLocalDpi xmlns:a14="http://schemas.microsoft.com/office/drawing/2010/main" xmlns="" val="0"/>
              </a:ext>
            </a:extLst>
          </a:blip>
          <a:srcRect/>
          <a:stretch>
            <a:fillRect t="-34000" b="-34000"/>
          </a:stretch>
        </a:blipFill>
        <a:ln>
          <a:noFill/>
        </a:ln>
        <a:effectLst/>
      </dsp:spPr>
      <dsp:style>
        <a:lnRef idx="0">
          <a:scrgbClr r="0" g="0" b="0"/>
        </a:lnRef>
        <a:fillRef idx="1">
          <a:scrgbClr r="0" g="0" b="0"/>
        </a:fillRef>
        <a:effectRef idx="0">
          <a:scrgbClr r="0" g="0" b="0"/>
        </a:effectRef>
        <a:fontRef idx="minor"/>
      </dsp:style>
    </dsp:sp>
    <dsp:sp modelId="{1C170DB8-1B1C-4904-A41A-141F44C4B928}">
      <dsp:nvSpPr>
        <dsp:cNvPr id="0" name=""/>
        <dsp:cNvSpPr/>
      </dsp:nvSpPr>
      <dsp:spPr>
        <a:xfrm>
          <a:off x="2433448" y="2226275"/>
          <a:ext cx="2368491" cy="3366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IN" sz="2000" kern="1200" dirty="0" err="1" smtClean="0">
              <a:solidFill>
                <a:schemeClr val="tx2">
                  <a:lumMod val="50000"/>
                </a:schemeClr>
              </a:solidFill>
            </a:rPr>
            <a:t>Jyoti</a:t>
          </a:r>
          <a:endParaRPr lang="en-US" sz="2000" kern="1200" dirty="0">
            <a:solidFill>
              <a:schemeClr val="tx2">
                <a:lumMod val="50000"/>
              </a:schemeClr>
            </a:solidFill>
          </a:endParaRPr>
        </a:p>
      </dsp:txBody>
      <dsp:txXfrm>
        <a:off x="2433448" y="2226275"/>
        <a:ext cx="2368491" cy="336623"/>
      </dsp:txXfrm>
    </dsp:sp>
    <dsp:sp modelId="{21CA5776-F04D-4D27-BE76-A00E5A36C5E0}">
      <dsp:nvSpPr>
        <dsp:cNvPr id="0" name=""/>
        <dsp:cNvSpPr/>
      </dsp:nvSpPr>
      <dsp:spPr>
        <a:xfrm>
          <a:off x="0" y="2734459"/>
          <a:ext cx="2353731" cy="1816532"/>
        </a:xfrm>
        <a:prstGeom prst="rect">
          <a:avLst/>
        </a:prstGeom>
        <a:blipFill rotWithShape="0">
          <a:blip xmlns:r="http://schemas.openxmlformats.org/officeDocument/2006/relationships" r:embed="rId3"/>
          <a:stretch>
            <a:fillRect/>
          </a:stretch>
        </a:blipFill>
        <a:ln>
          <a:noFill/>
        </a:ln>
        <a:effectLst/>
      </dsp:spPr>
      <dsp:style>
        <a:lnRef idx="0">
          <a:scrgbClr r="0" g="0" b="0"/>
        </a:lnRef>
        <a:fillRef idx="1">
          <a:scrgbClr r="0" g="0" b="0"/>
        </a:fillRef>
        <a:effectRef idx="0">
          <a:scrgbClr r="0" g="0" b="0"/>
        </a:effectRef>
        <a:fontRef idx="minor"/>
      </dsp:style>
    </dsp:sp>
    <dsp:sp modelId="{AB53B20B-C6D5-4022-A9C6-6CE1E16884D9}">
      <dsp:nvSpPr>
        <dsp:cNvPr id="0" name=""/>
        <dsp:cNvSpPr/>
      </dsp:nvSpPr>
      <dsp:spPr>
        <a:xfrm>
          <a:off x="0" y="4111448"/>
          <a:ext cx="2128004" cy="321397"/>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IN" sz="2000" kern="1200" dirty="0" err="1" smtClean="0">
              <a:solidFill>
                <a:schemeClr val="tx2">
                  <a:lumMod val="50000"/>
                </a:schemeClr>
              </a:solidFill>
            </a:rPr>
            <a:t>Mansi</a:t>
          </a:r>
          <a:r>
            <a:rPr lang="en-IN" sz="2000" kern="1200" dirty="0" smtClean="0">
              <a:solidFill>
                <a:schemeClr val="tx2">
                  <a:lumMod val="50000"/>
                </a:schemeClr>
              </a:solidFill>
            </a:rPr>
            <a:t> </a:t>
          </a:r>
          <a:r>
            <a:rPr lang="en-IN" sz="2000" kern="1200" dirty="0" err="1" smtClean="0">
              <a:solidFill>
                <a:schemeClr val="tx2">
                  <a:lumMod val="50000"/>
                </a:schemeClr>
              </a:solidFill>
            </a:rPr>
            <a:t>Karnatak</a:t>
          </a:r>
          <a:endParaRPr lang="en-US" sz="2000" kern="1200" dirty="0">
            <a:solidFill>
              <a:schemeClr val="tx2">
                <a:lumMod val="50000"/>
              </a:schemeClr>
            </a:solidFill>
          </a:endParaRPr>
        </a:p>
      </dsp:txBody>
      <dsp:txXfrm>
        <a:off x="0" y="4111448"/>
        <a:ext cx="2128004" cy="321397"/>
      </dsp:txXfrm>
    </dsp:sp>
    <dsp:sp modelId="{195559A7-AD80-4976-A6E3-13710BA98B71}">
      <dsp:nvSpPr>
        <dsp:cNvPr id="0" name=""/>
        <dsp:cNvSpPr/>
      </dsp:nvSpPr>
      <dsp:spPr>
        <a:xfrm>
          <a:off x="2611336" y="2705748"/>
          <a:ext cx="2097322" cy="1870672"/>
        </a:xfrm>
        <a:prstGeom prst="rect">
          <a:avLst/>
        </a:prstGeom>
        <a:blipFill>
          <a:blip xmlns:r="http://schemas.openxmlformats.org/officeDocument/2006/relationships" r:embed="rId4">
            <a:extLst>
              <a:ext uri="{28A0092B-C50C-407E-A947-70E740481C1C}">
                <a14:useLocalDpi xmlns:a14="http://schemas.microsoft.com/office/drawing/2010/main" xmlns="" val="0"/>
              </a:ext>
            </a:extLst>
          </a:blip>
          <a:srcRect/>
          <a:stretch>
            <a:fillRect t="-25000" b="-25000"/>
          </a:stretch>
        </a:blipFill>
        <a:ln>
          <a:noFill/>
        </a:ln>
        <a:effectLst/>
      </dsp:spPr>
      <dsp:style>
        <a:lnRef idx="0">
          <a:scrgbClr r="0" g="0" b="0"/>
        </a:lnRef>
        <a:fillRef idx="1">
          <a:scrgbClr r="0" g="0" b="0"/>
        </a:fillRef>
        <a:effectRef idx="0">
          <a:scrgbClr r="0" g="0" b="0"/>
        </a:effectRef>
        <a:fontRef idx="minor"/>
      </dsp:style>
    </dsp:sp>
    <dsp:sp modelId="{8D7B03B8-B727-4DB5-ADEC-DDBD2B38903B}">
      <dsp:nvSpPr>
        <dsp:cNvPr id="0" name=""/>
        <dsp:cNvSpPr/>
      </dsp:nvSpPr>
      <dsp:spPr>
        <a:xfrm>
          <a:off x="2843084" y="4024456"/>
          <a:ext cx="1636410" cy="3366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IN" sz="2000" kern="1200" dirty="0" err="1" smtClean="0">
              <a:solidFill>
                <a:schemeClr val="tx1">
                  <a:lumMod val="95000"/>
                  <a:lumOff val="5000"/>
                </a:schemeClr>
              </a:solidFill>
            </a:rPr>
            <a:t>Mahima</a:t>
          </a:r>
          <a:endParaRPr lang="en-US" sz="2000" kern="1200" dirty="0">
            <a:solidFill>
              <a:schemeClr val="tx1">
                <a:lumMod val="95000"/>
                <a:lumOff val="5000"/>
              </a:schemeClr>
            </a:solidFill>
          </a:endParaRPr>
        </a:p>
      </dsp:txBody>
      <dsp:txXfrm>
        <a:off x="2843084" y="4024456"/>
        <a:ext cx="1636410" cy="336623"/>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205B927-6FCD-48F4-B5CB-61E08D0B1DC7}">
      <dsp:nvSpPr>
        <dsp:cNvPr id="0" name=""/>
        <dsp:cNvSpPr/>
      </dsp:nvSpPr>
      <dsp:spPr>
        <a:xfrm>
          <a:off x="0" y="0"/>
          <a:ext cx="2857666" cy="2043908"/>
        </a:xfrm>
        <a:prstGeom prst="rect">
          <a:avLst/>
        </a:prstGeom>
        <a:blipFill rotWithShape="0">
          <a:blip xmlns:r="http://schemas.openxmlformats.org/officeDocument/2006/relationships" r:embed="rId1"/>
          <a:stretch>
            <a:fillRect/>
          </a:stretch>
        </a:blipFill>
        <a:ln>
          <a:noFill/>
        </a:ln>
        <a:effectLst/>
      </dsp:spPr>
      <dsp:style>
        <a:lnRef idx="0">
          <a:scrgbClr r="0" g="0" b="0"/>
        </a:lnRef>
        <a:fillRef idx="1">
          <a:scrgbClr r="0" g="0" b="0"/>
        </a:fillRef>
        <a:effectRef idx="0">
          <a:scrgbClr r="0" g="0" b="0"/>
        </a:effectRef>
        <a:fontRef idx="minor"/>
      </dsp:style>
    </dsp:sp>
    <dsp:sp modelId="{1C170DB8-1B1C-4904-A41A-141F44C4B928}">
      <dsp:nvSpPr>
        <dsp:cNvPr id="0" name=""/>
        <dsp:cNvSpPr/>
      </dsp:nvSpPr>
      <dsp:spPr>
        <a:xfrm>
          <a:off x="3087" y="2120143"/>
          <a:ext cx="2859193" cy="410099"/>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lvl="0" algn="ctr" defTabSz="1066800">
            <a:lnSpc>
              <a:spcPct val="90000"/>
            </a:lnSpc>
            <a:spcBef>
              <a:spcPct val="0"/>
            </a:spcBef>
            <a:spcAft>
              <a:spcPct val="35000"/>
            </a:spcAft>
          </a:pPr>
          <a:r>
            <a:rPr lang="en-US" sz="2400" kern="1200" dirty="0" err="1" smtClean="0">
              <a:solidFill>
                <a:schemeClr val="tx2">
                  <a:lumMod val="50000"/>
                </a:schemeClr>
              </a:solidFill>
            </a:rPr>
            <a:t>Anuradha</a:t>
          </a:r>
          <a:endParaRPr lang="en-US" sz="2400" kern="1200" dirty="0">
            <a:solidFill>
              <a:schemeClr val="tx2">
                <a:lumMod val="50000"/>
              </a:schemeClr>
            </a:solidFill>
          </a:endParaRPr>
        </a:p>
      </dsp:txBody>
      <dsp:txXfrm>
        <a:off x="3087" y="2120143"/>
        <a:ext cx="2859193" cy="41009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22350654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131225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23339425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pPr/>
              <a:t>4/28/2026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302011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pPr/>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 xmlns:p14="http://schemas.microsoft.com/office/powerpoint/2010/main" val="2834360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pPr/>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3393314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pPr/>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355271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pPr/>
              <a:t>4/28/2026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19065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pPr/>
              <a:t>4/28/2026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242252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14486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pPr/>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 xmlns:p14="http://schemas.microsoft.com/office/powerpoint/2010/main" val="241702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pPr/>
              <a:t>4/28/2026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extLst>
      <p:ext uri="{BB962C8B-B14F-4D97-AF65-F5344CB8AC3E}">
        <p14:creationId xmlns="" xmlns:p14="http://schemas.microsoft.com/office/powerpoint/2010/main" val="39930686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diagramColors" Target="../diagrams/colors3.xml"/><Relationship Id="rId18" Type="http://schemas.microsoft.com/office/2007/relationships/diagramDrawing" Target="../diagrams/drawing2.xml"/><Relationship Id="rId3" Type="http://schemas.openxmlformats.org/officeDocument/2006/relationships/diagramLayout" Target="../diagrams/layout1.xml"/><Relationship Id="rId7" Type="http://schemas.openxmlformats.org/officeDocument/2006/relationships/diagramLayout" Target="../diagrams/layout2.xml"/><Relationship Id="rId12" Type="http://schemas.openxmlformats.org/officeDocument/2006/relationships/diagramQuickStyle" Target="../diagrams/quickStyle3.xml"/><Relationship Id="rId17" Type="http://schemas.microsoft.com/office/2007/relationships/diagramDrawing" Target="../diagrams/drawing1.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openxmlformats.org/officeDocument/2006/relationships/diagramData" Target="../diagrams/data2.xml"/><Relationship Id="rId11" Type="http://schemas.openxmlformats.org/officeDocument/2006/relationships/diagramLayout" Target="../diagrams/layout3.xml"/><Relationship Id="rId5" Type="http://schemas.openxmlformats.org/officeDocument/2006/relationships/diagramColors" Target="../diagrams/colors1.xml"/><Relationship Id="rId10" Type="http://schemas.openxmlformats.org/officeDocument/2006/relationships/diagramData" Target="../diagrams/data3.xml"/><Relationship Id="rId4" Type="http://schemas.openxmlformats.org/officeDocument/2006/relationships/diagramQuickStyle" Target="../diagrams/quickStyle1.xml"/><Relationship Id="rId9" Type="http://schemas.openxmlformats.org/officeDocument/2006/relationships/diagramColors" Target="../diagrams/colors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 xmlns:a16="http://schemas.microsoft.com/office/drawing/2014/main" id="{87D3A4E0-C908-4EA9-ABDF-E82AD6BDEF9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5415DF57-098C-4FCB-B7A8-E497E9B6043E}"/>
              </a:ext>
            </a:extLst>
          </p:cNvPr>
          <p:cNvSpPr>
            <a:spLocks noGrp="1"/>
          </p:cNvSpPr>
          <p:nvPr>
            <p:ph type="ctrTitle"/>
          </p:nvPr>
        </p:nvSpPr>
        <p:spPr>
          <a:xfrm>
            <a:off x="1600200" y="2363323"/>
            <a:ext cx="8991600" cy="1692771"/>
          </a:xfrm>
        </p:spPr>
        <p:txBody>
          <a:bodyPr vert="horz" lIns="182880" tIns="182880" rIns="182880" bIns="182880" rtlCol="0">
            <a:normAutofit fontScale="90000"/>
          </a:bodyPr>
          <a:lstStyle/>
          <a:p>
            <a:r>
              <a:rPr lang="en-US" kern="1200" cap="all" spc="200" baseline="0" dirty="0" smtClean="0">
                <a:latin typeface="Bauhaus 93" pitchFamily="82" charset="0"/>
              </a:rPr>
              <a:t> </a:t>
            </a:r>
            <a:r>
              <a:rPr lang="en-US" sz="6000" b="1" dirty="0" smtClean="0">
                <a:latin typeface="Bauhaus 93" pitchFamily="82" charset="0"/>
              </a:rPr>
              <a:t>Face Mask Detection System</a:t>
            </a:r>
            <a:endParaRPr lang="en-US" sz="5400" b="1" kern="1200" cap="all" spc="200" baseline="0" dirty="0">
              <a:latin typeface="Bauhaus 93" pitchFamily="82" charset="0"/>
            </a:endParaRPr>
          </a:p>
        </p:txBody>
      </p:sp>
    </p:spTree>
    <p:extLst>
      <p:ext uri="{BB962C8B-B14F-4D97-AF65-F5344CB8AC3E}">
        <p14:creationId xmlns="" xmlns:p14="http://schemas.microsoft.com/office/powerpoint/2010/main" val="98054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 xmlns:a16="http://schemas.microsoft.com/office/drawing/2014/main" id="{4E866FF9-A729-45F0-A163-10E89E87160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4738255"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353C86B1-7C33-4A37-A176-9016ACFEE5C4}"/>
              </a:ext>
            </a:extLst>
          </p:cNvPr>
          <p:cNvSpPr>
            <a:spLocks noGrp="1"/>
          </p:cNvSpPr>
          <p:nvPr>
            <p:ph type="title"/>
          </p:nvPr>
        </p:nvSpPr>
        <p:spPr>
          <a:xfrm>
            <a:off x="581891" y="2689418"/>
            <a:ext cx="3401568" cy="1495794"/>
          </a:xfrm>
          <a:solidFill>
            <a:srgbClr val="FFFFFF"/>
          </a:solidFill>
          <a:ln>
            <a:solidFill>
              <a:srgbClr val="262626"/>
            </a:solidFill>
          </a:ln>
        </p:spPr>
        <p:txBody>
          <a:bodyPr>
            <a:normAutofit/>
          </a:bodyPr>
          <a:lstStyle/>
          <a:p>
            <a:r>
              <a:rPr lang="en-IN" sz="5400" dirty="0" smtClean="0">
                <a:latin typeface="Bauhaus 93" panose="04030905020B02020C02" pitchFamily="82" charset="0"/>
              </a:rPr>
              <a:t> Team 4</a:t>
            </a:r>
            <a:endParaRPr lang="en-IN" sz="5400" dirty="0">
              <a:latin typeface="Bauhaus 93" panose="04030905020B02020C02" pitchFamily="82" charset="0"/>
            </a:endParaRPr>
          </a:p>
        </p:txBody>
      </p:sp>
      <p:sp useBgFill="1">
        <p:nvSpPr>
          <p:cNvPr id="21" name="Rectangle 20">
            <a:extLst>
              <a:ext uri="{FF2B5EF4-FFF2-40B4-BE49-F238E27FC236}">
                <a16:creationId xmlns="" xmlns:a16="http://schemas.microsoft.com/office/drawing/2014/main" id="{A804366F-2366-4688-98E7-B101C7BC61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 xmlns:a16="http://schemas.microsoft.com/office/drawing/2014/main" id="{E2F6407E-AAD2-A4D5-4610-A42FBD9CB175}"/>
              </a:ext>
            </a:extLst>
          </p:cNvPr>
          <p:cNvGraphicFramePr>
            <a:graphicFrameLocks noGrp="1"/>
          </p:cNvGraphicFramePr>
          <p:nvPr>
            <p:ph idx="1"/>
            <p:extLst>
              <p:ext uri="{D42A27DB-BD31-4B8C-83A1-F6EECF244321}">
                <p14:modId xmlns="" xmlns:p14="http://schemas.microsoft.com/office/powerpoint/2010/main" val="325097247"/>
              </p:ext>
            </p:extLst>
          </p:nvPr>
        </p:nvGraphicFramePr>
        <p:xfrm>
          <a:off x="5397501" y="639763"/>
          <a:ext cx="6282310" cy="25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Diagram 2">
            <a:extLst>
              <a:ext uri="{FF2B5EF4-FFF2-40B4-BE49-F238E27FC236}">
                <a16:creationId xmlns="" xmlns:a16="http://schemas.microsoft.com/office/drawing/2014/main" id="{B8CED378-0A86-9823-1D3F-9B4061B1FE95}"/>
              </a:ext>
            </a:extLst>
          </p:cNvPr>
          <p:cNvGraphicFramePr/>
          <p:nvPr>
            <p:extLst>
              <p:ext uri="{D42A27DB-BD31-4B8C-83A1-F6EECF244321}">
                <p14:modId xmlns="" xmlns:p14="http://schemas.microsoft.com/office/powerpoint/2010/main" val="2444858888"/>
              </p:ext>
            </p:extLst>
          </p:nvPr>
        </p:nvGraphicFramePr>
        <p:xfrm>
          <a:off x="7206559" y="2118510"/>
          <a:ext cx="4801940" cy="537925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8" name="Diagram 7">
            <a:extLst>
              <a:ext uri="{FF2B5EF4-FFF2-40B4-BE49-F238E27FC236}">
                <a16:creationId xmlns="" xmlns:a16="http://schemas.microsoft.com/office/drawing/2014/main" id="{15E551B8-8529-0A54-59C7-8C5D4BFFE238}"/>
              </a:ext>
            </a:extLst>
          </p:cNvPr>
          <p:cNvGraphicFramePr/>
          <p:nvPr>
            <p:extLst>
              <p:ext uri="{D42A27DB-BD31-4B8C-83A1-F6EECF244321}">
                <p14:modId xmlns="" xmlns:p14="http://schemas.microsoft.com/office/powerpoint/2010/main" val="1776210298"/>
              </p:ext>
            </p:extLst>
          </p:nvPr>
        </p:nvGraphicFramePr>
        <p:xfrm>
          <a:off x="8182946" y="180061"/>
          <a:ext cx="2862281" cy="259030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 xmlns:p14="http://schemas.microsoft.com/office/powerpoint/2010/main" val="2883350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3070172"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DEFFB6BC-B8A2-4F6A-861D-C36B251B727B}"/>
              </a:ext>
            </a:extLst>
          </p:cNvPr>
          <p:cNvSpPr>
            <a:spLocks noGrp="1"/>
          </p:cNvSpPr>
          <p:nvPr>
            <p:ph idx="1"/>
          </p:nvPr>
        </p:nvSpPr>
        <p:spPr>
          <a:xfrm>
            <a:off x="5528344" y="1402080"/>
            <a:ext cx="6325299" cy="5149722"/>
          </a:xfrm>
        </p:spPr>
        <p:txBody>
          <a:bodyPr anchor="ctr"/>
          <a:lstStyle/>
          <a:p>
            <a:pPr>
              <a:buFont typeface="Wingdings" panose="05000000000000000000" pitchFamily="2" charset="2"/>
              <a:buChar char="Ø"/>
            </a:pPr>
            <a:r>
              <a:rPr lang="en-IN" sz="2000" b="1" dirty="0"/>
              <a:t>Contribution of each team member in </a:t>
            </a:r>
            <a:r>
              <a:rPr lang="en-IN" sz="2000" b="1" dirty="0" smtClean="0"/>
              <a:t>project</a:t>
            </a:r>
          </a:p>
          <a:p>
            <a:pPr marL="0" indent="0">
              <a:buNone/>
            </a:pPr>
            <a:endParaRPr lang="en-IN" sz="2000" b="1" u="sng" dirty="0"/>
          </a:p>
          <a:p>
            <a:pPr lvl="1"/>
            <a:r>
              <a:rPr lang="en-IN" dirty="0" smtClean="0"/>
              <a:t> </a:t>
            </a:r>
            <a:r>
              <a:rPr lang="en-US" b="1" dirty="0" err="1" smtClean="0"/>
              <a:t>Anuradha</a:t>
            </a:r>
            <a:r>
              <a:rPr lang="en-US" b="1" dirty="0" smtClean="0"/>
              <a:t>(Leader</a:t>
            </a:r>
            <a:r>
              <a:rPr lang="en-US" b="1" dirty="0"/>
              <a:t>):</a:t>
            </a:r>
            <a:r>
              <a:rPr lang="en-US" dirty="0"/>
              <a:t> Manages project planning, coordination, final </a:t>
            </a:r>
            <a:r>
              <a:rPr lang="en-US" dirty="0" smtClean="0"/>
              <a:t>testing and final submission.</a:t>
            </a:r>
            <a:endParaRPr lang="en-IN" dirty="0"/>
          </a:p>
          <a:p>
            <a:pPr lvl="1"/>
            <a:r>
              <a:rPr lang="en-US" b="1" dirty="0" err="1" smtClean="0"/>
              <a:t>Jyoti</a:t>
            </a:r>
            <a:r>
              <a:rPr lang="en-US" b="1" dirty="0" smtClean="0"/>
              <a:t> </a:t>
            </a:r>
            <a:r>
              <a:rPr lang="en-US" b="1" dirty="0"/>
              <a:t>(Database):</a:t>
            </a:r>
            <a:r>
              <a:rPr lang="en-US" dirty="0"/>
              <a:t> Designs MySQL database, creates tables, and provides SQL queries and schema.</a:t>
            </a:r>
            <a:endParaRPr lang="en-IN" dirty="0"/>
          </a:p>
          <a:p>
            <a:pPr lvl="1"/>
            <a:r>
              <a:rPr lang="en-US" b="1" dirty="0" err="1" smtClean="0"/>
              <a:t>Anchal</a:t>
            </a:r>
            <a:r>
              <a:rPr lang="en-US" b="1" dirty="0" smtClean="0"/>
              <a:t> </a:t>
            </a:r>
            <a:r>
              <a:rPr lang="en-US" b="1" dirty="0"/>
              <a:t>(Python – Add/View):</a:t>
            </a:r>
            <a:r>
              <a:rPr lang="en-US" dirty="0"/>
              <a:t> Connects Python with MySQL and implements add and view expense functions.</a:t>
            </a:r>
            <a:endParaRPr lang="en-IN" dirty="0"/>
          </a:p>
          <a:p>
            <a:pPr lvl="1"/>
            <a:r>
              <a:rPr lang="en-US" b="1" dirty="0" smtClean="0"/>
              <a:t> </a:t>
            </a:r>
            <a:r>
              <a:rPr lang="en-US" b="1" dirty="0" err="1" smtClean="0"/>
              <a:t>Mansi</a:t>
            </a:r>
            <a:r>
              <a:rPr lang="en-US" b="1" dirty="0" smtClean="0"/>
              <a:t> </a:t>
            </a:r>
            <a:r>
              <a:rPr lang="en-US" b="1" dirty="0" err="1" smtClean="0"/>
              <a:t>Karnatak</a:t>
            </a:r>
            <a:r>
              <a:rPr lang="en-US" b="1" dirty="0" smtClean="0"/>
              <a:t>(Python </a:t>
            </a:r>
            <a:r>
              <a:rPr lang="en-US" b="1" dirty="0"/>
              <a:t>– Update/Delete):</a:t>
            </a:r>
            <a:r>
              <a:rPr lang="en-US" dirty="0"/>
              <a:t> Implements update and delete expense functionalities</a:t>
            </a:r>
            <a:r>
              <a:rPr lang="en-US" dirty="0" smtClean="0"/>
              <a:t>.</a:t>
            </a:r>
          </a:p>
          <a:p>
            <a:pPr lvl="1"/>
            <a:r>
              <a:rPr lang="en-US" b="1" dirty="0" err="1" smtClean="0"/>
              <a:t>Mahima</a:t>
            </a:r>
            <a:r>
              <a:rPr lang="en-US" b="1" dirty="0" smtClean="0"/>
              <a:t> </a:t>
            </a:r>
            <a:r>
              <a:rPr lang="en-US" b="1" dirty="0"/>
              <a:t>(</a:t>
            </a:r>
            <a:r>
              <a:rPr lang="en-US" b="1" dirty="0" smtClean="0"/>
              <a:t>Documentation/PPT):</a:t>
            </a:r>
            <a:r>
              <a:rPr lang="en-US" dirty="0" smtClean="0"/>
              <a:t> </a:t>
            </a:r>
            <a:r>
              <a:rPr lang="en-US" dirty="0"/>
              <a:t>Prepares PPT,  </a:t>
            </a:r>
            <a:r>
              <a:rPr lang="en-US" dirty="0" smtClean="0"/>
              <a:t>Documentation </a:t>
            </a:r>
            <a:r>
              <a:rPr lang="en-US" dirty="0"/>
              <a:t>and screenshots.</a:t>
            </a:r>
          </a:p>
          <a:p>
            <a:pPr lvl="1">
              <a:buNone/>
            </a:pPr>
            <a:endParaRPr lang="en-IN" dirty="0"/>
          </a:p>
        </p:txBody>
      </p:sp>
      <p:sp>
        <p:nvSpPr>
          <p:cNvPr id="5" name="Title 4"/>
          <p:cNvSpPr>
            <a:spLocks noGrp="1"/>
          </p:cNvSpPr>
          <p:nvPr>
            <p:ph type="title"/>
          </p:nvPr>
        </p:nvSpPr>
        <p:spPr>
          <a:xfrm>
            <a:off x="3842157" y="322448"/>
            <a:ext cx="7944375" cy="986236"/>
          </a:xfrm>
        </p:spPr>
        <p:txBody>
          <a:bodyPr>
            <a:noAutofit/>
          </a:bodyPr>
          <a:lstStyle/>
          <a:p>
            <a:r>
              <a:rPr lang="en-US" sz="4800" dirty="0" smtClean="0">
                <a:latin typeface="Bauhaus 93" panose="04030905020B02020C02" pitchFamily="82" charset="0"/>
              </a:rPr>
              <a:t> </a:t>
            </a:r>
            <a:r>
              <a:rPr lang="en-US" sz="4800" dirty="0">
                <a:latin typeface="Bauhaus 93" panose="04030905020B02020C02" pitchFamily="82" charset="0"/>
              </a:rPr>
              <a:t>Work Division</a:t>
            </a:r>
          </a:p>
        </p:txBody>
      </p:sp>
      <p:cxnSp>
        <p:nvCxnSpPr>
          <p:cNvPr id="7" name="Straight Connector 6"/>
          <p:cNvCxnSpPr/>
          <p:nvPr/>
        </p:nvCxnSpPr>
        <p:spPr>
          <a:xfrm flipV="1">
            <a:off x="5897461" y="2273416"/>
            <a:ext cx="5419288" cy="25167"/>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026" name="Picture 2" descr="Businessman divide up the work to his employee De Vector Imag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17422" y="1443036"/>
            <a:ext cx="3971933" cy="3971930"/>
          </a:xfrm>
          <a:prstGeom prst="ellipse">
            <a:avLst/>
          </a:prstGeom>
          <a:ln w="63500" cap="rnd">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27725509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DEFFB6BC-B8A2-4F6A-861D-C36B251B727B}"/>
              </a:ext>
            </a:extLst>
          </p:cNvPr>
          <p:cNvSpPr>
            <a:spLocks noGrp="1"/>
          </p:cNvSpPr>
          <p:nvPr>
            <p:ph idx="1"/>
          </p:nvPr>
        </p:nvSpPr>
        <p:spPr>
          <a:xfrm>
            <a:off x="5770816" y="2137146"/>
            <a:ext cx="5320696" cy="4053840"/>
          </a:xfrm>
        </p:spPr>
        <p:txBody>
          <a:bodyPr anchor="ctr">
            <a:normAutofit/>
          </a:bodyPr>
          <a:lstStyle/>
          <a:p>
            <a:pPr marL="0" indent="0">
              <a:buNone/>
            </a:pPr>
            <a:r>
              <a:rPr lang="en-US" sz="2000" dirty="0" smtClean="0"/>
              <a:t>The spread of </a:t>
            </a:r>
            <a:r>
              <a:rPr lang="en-US" sz="2000" b="1" dirty="0" smtClean="0"/>
              <a:t>COVID-19</a:t>
            </a:r>
            <a:r>
              <a:rPr lang="en-US" sz="2000" dirty="0" smtClean="0"/>
              <a:t> increased the importance of wearing face masks. Monitoring mask usage manually is difficult in crowded areas. With </a:t>
            </a:r>
            <a:r>
              <a:rPr lang="en-US" sz="2000" b="1" dirty="0" smtClean="0"/>
              <a:t>Artificial Intelligence</a:t>
            </a:r>
            <a:r>
              <a:rPr lang="en-US" sz="2000" dirty="0" smtClean="0"/>
              <a:t> and </a:t>
            </a:r>
            <a:r>
              <a:rPr lang="en-US" sz="2000" b="1" dirty="0" smtClean="0"/>
              <a:t>Computer Vision</a:t>
            </a:r>
            <a:r>
              <a:rPr lang="en-US" sz="2000" dirty="0" smtClean="0"/>
              <a:t>, automated systems can detect masks in real time. This helps improve public safety and ensure rule compliance.</a:t>
            </a:r>
            <a:endParaRPr lang="en-IN" sz="2000" dirty="0"/>
          </a:p>
        </p:txBody>
      </p:sp>
      <p:sp>
        <p:nvSpPr>
          <p:cNvPr id="6" name="Title 5"/>
          <p:cNvSpPr>
            <a:spLocks noGrp="1"/>
          </p:cNvSpPr>
          <p:nvPr>
            <p:ph type="title"/>
          </p:nvPr>
        </p:nvSpPr>
        <p:spPr>
          <a:xfrm>
            <a:off x="5335398" y="463404"/>
            <a:ext cx="6501468" cy="1482842"/>
          </a:xfrm>
        </p:spPr>
        <p:txBody>
          <a:bodyPr>
            <a:normAutofit/>
          </a:bodyPr>
          <a:lstStyle/>
          <a:p>
            <a:r>
              <a:rPr lang="en-US" sz="4800" dirty="0" smtClean="0">
                <a:latin typeface="Bauhaus 93" panose="04030905020B02020C02" pitchFamily="82" charset="0"/>
              </a:rPr>
              <a:t>The background</a:t>
            </a:r>
            <a:endParaRPr lang="en-US" sz="4800" dirty="0">
              <a:latin typeface="Bauhaus 93" panose="04030905020B02020C02" pitchFamily="82" charset="0"/>
            </a:endParaRPr>
          </a:p>
        </p:txBody>
      </p:sp>
      <p:pic>
        <p:nvPicPr>
          <p:cNvPr id="2" name="Picture 1"/>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092645" y="1443034"/>
            <a:ext cx="3955052" cy="3907563"/>
          </a:xfrm>
          <a:prstGeom prst="ellipse">
            <a:avLst/>
          </a:prstGeom>
          <a:ln w="190500" cap="rnd">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 xmlns:p14="http://schemas.microsoft.com/office/powerpoint/2010/main" val="378471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2473D968-550A-45A2-B636-4D6F7BFB4421}"/>
              </a:ext>
            </a:extLst>
          </p:cNvPr>
          <p:cNvSpPr>
            <a:spLocks noGrp="1"/>
          </p:cNvSpPr>
          <p:nvPr>
            <p:ph idx="1"/>
          </p:nvPr>
        </p:nvSpPr>
        <p:spPr>
          <a:xfrm>
            <a:off x="5742697" y="2612315"/>
            <a:ext cx="5320696" cy="1828800"/>
          </a:xfrm>
        </p:spPr>
        <p:txBody>
          <a:bodyPr anchor="ctr">
            <a:normAutofit/>
          </a:bodyPr>
          <a:lstStyle/>
          <a:p>
            <a:r>
              <a:rPr lang="en-US" sz="2400" dirty="0" smtClean="0"/>
              <a:t>Detect whether a person is wearing a mask or not</a:t>
            </a:r>
            <a:endParaRPr lang="en-IN" sz="2400" dirty="0"/>
          </a:p>
        </p:txBody>
      </p:sp>
      <p:sp>
        <p:nvSpPr>
          <p:cNvPr id="5" name="TextBox 4"/>
          <p:cNvSpPr txBox="1"/>
          <p:nvPr/>
        </p:nvSpPr>
        <p:spPr>
          <a:xfrm>
            <a:off x="4739779" y="735149"/>
            <a:ext cx="7155810" cy="707886"/>
          </a:xfrm>
          <a:prstGeom prst="rect">
            <a:avLst/>
          </a:prstGeom>
          <a:noFill/>
        </p:spPr>
        <p:txBody>
          <a:bodyPr wrap="square" rtlCol="0">
            <a:spAutoFit/>
          </a:bodyPr>
          <a:lstStyle/>
          <a:p>
            <a:pPr algn="ctr"/>
            <a:r>
              <a:rPr lang="en-US" sz="4000" dirty="0" smtClean="0">
                <a:latin typeface="Bauhaus 93" panose="04030905020B02020C02" pitchFamily="82" charset="0"/>
              </a:rPr>
              <a:t>PROBLEM STATEMENT</a:t>
            </a:r>
            <a:endParaRPr lang="en-US" sz="4000" dirty="0">
              <a:latin typeface="Bauhaus 93" panose="04030905020B02020C02" pitchFamily="82" charset="0"/>
            </a:endParaRPr>
          </a:p>
        </p:txBody>
      </p:sp>
      <p:sp>
        <p:nvSpPr>
          <p:cNvPr id="8" name="Rectangle 7"/>
          <p:cNvSpPr/>
          <p:nvPr/>
        </p:nvSpPr>
        <p:spPr>
          <a:xfrm>
            <a:off x="5310231" y="604008"/>
            <a:ext cx="6149130" cy="1023456"/>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pic>
        <p:nvPicPr>
          <p:cNvPr id="2052" name="Picture 4" descr="Problem Solving Concepts 4766324 Vector Art at Vecteezy"/>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17423" y="1443035"/>
            <a:ext cx="3971932" cy="3971930"/>
          </a:xfrm>
          <a:prstGeom prst="ellipse">
            <a:avLst/>
          </a:prstGeom>
          <a:ln w="63500" cap="rnd">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 xmlns:a14="http://schemas.microsoft.com/office/drawing/2010/main">
                <a:solidFill>
                  <a:srgbClr val="FFFFFF"/>
                </a:solidFill>
              </a14:hiddenFill>
            </a:ext>
          </a:extLst>
        </p:spPr>
      </p:pic>
      <p:sp>
        <p:nvSpPr>
          <p:cNvPr id="12" name="Oval 11"/>
          <p:cNvSpPr/>
          <p:nvPr/>
        </p:nvSpPr>
        <p:spPr>
          <a:xfrm>
            <a:off x="2037986" y="4798503"/>
            <a:ext cx="2074993" cy="5452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093797" y="4878090"/>
            <a:ext cx="2019182" cy="369332"/>
          </a:xfrm>
          <a:prstGeom prst="rect">
            <a:avLst/>
          </a:prstGeom>
          <a:noFill/>
        </p:spPr>
        <p:txBody>
          <a:bodyPr wrap="square" rtlCol="0">
            <a:spAutoFit/>
          </a:bodyPr>
          <a:lstStyle/>
          <a:p>
            <a:r>
              <a:rPr lang="en-US" dirty="0" smtClean="0"/>
              <a:t>Problem statement</a:t>
            </a:r>
            <a:endParaRPr lang="en-US" dirty="0"/>
          </a:p>
        </p:txBody>
      </p:sp>
    </p:spTree>
    <p:extLst>
      <p:ext uri="{BB962C8B-B14F-4D97-AF65-F5344CB8AC3E}">
        <p14:creationId xmlns="" xmlns:p14="http://schemas.microsoft.com/office/powerpoint/2010/main" val="102367698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C46ED790-B911-4363-9E4B-39B6B5FCE59E}"/>
              </a:ext>
            </a:extLst>
          </p:cNvPr>
          <p:cNvSpPr>
            <a:spLocks noGrp="1"/>
          </p:cNvSpPr>
          <p:nvPr>
            <p:ph idx="1"/>
          </p:nvPr>
        </p:nvSpPr>
        <p:spPr>
          <a:xfrm>
            <a:off x="5882252" y="1820160"/>
            <a:ext cx="5320696" cy="4053840"/>
          </a:xfrm>
        </p:spPr>
        <p:txBody>
          <a:bodyPr anchor="ctr"/>
          <a:lstStyle/>
          <a:p>
            <a:r>
              <a:rPr lang="en-US" dirty="0" smtClean="0"/>
              <a:t>Develop an automated Face Mask Detection system using </a:t>
            </a:r>
            <a:r>
              <a:rPr lang="en-US" b="1" dirty="0" smtClean="0"/>
              <a:t>Artificial Intelligence</a:t>
            </a:r>
            <a:r>
              <a:rPr lang="en-US" dirty="0" smtClean="0"/>
              <a:t> and </a:t>
            </a:r>
            <a:r>
              <a:rPr lang="en-US" b="1" dirty="0" smtClean="0"/>
              <a:t>Computer Vision</a:t>
            </a:r>
            <a:r>
              <a:rPr lang="en-US" dirty="0" smtClean="0"/>
              <a:t> </a:t>
            </a:r>
          </a:p>
          <a:p>
            <a:r>
              <a:rPr lang="en-US" dirty="0" smtClean="0"/>
              <a:t>Use a deep learning model (CNN) to detect faces and classify mask / no mask </a:t>
            </a:r>
          </a:p>
          <a:p>
            <a:r>
              <a:rPr lang="en-US" dirty="0" smtClean="0"/>
              <a:t>Integrate with real-time camera systems (CCTV/webcam) </a:t>
            </a:r>
          </a:p>
          <a:p>
            <a:r>
              <a:rPr lang="en-US" dirty="0" smtClean="0"/>
              <a:t>Provide instant alerts for rule violations </a:t>
            </a:r>
          </a:p>
          <a:p>
            <a:r>
              <a:rPr lang="en-US" dirty="0" smtClean="0"/>
              <a:t>Ensure efficient and contactless monitoring in public places </a:t>
            </a:r>
          </a:p>
          <a:p>
            <a:pPr>
              <a:buNone/>
            </a:pPr>
            <a:endParaRPr lang="en-IN" dirty="0"/>
          </a:p>
        </p:txBody>
      </p:sp>
      <p:sp>
        <p:nvSpPr>
          <p:cNvPr id="9" name="Rectangle 8"/>
          <p:cNvSpPr/>
          <p:nvPr/>
        </p:nvSpPr>
        <p:spPr>
          <a:xfrm>
            <a:off x="5465427" y="638919"/>
            <a:ext cx="6149130" cy="1023456"/>
          </a:xfrm>
          <a:prstGeom prst="rect">
            <a:avLst/>
          </a:prstGeom>
          <a:noFill/>
          <a:ln w="381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5" name="TextBox 4"/>
          <p:cNvSpPr txBox="1"/>
          <p:nvPr/>
        </p:nvSpPr>
        <p:spPr>
          <a:xfrm>
            <a:off x="5620623" y="796704"/>
            <a:ext cx="5838738" cy="707886"/>
          </a:xfrm>
          <a:prstGeom prst="rect">
            <a:avLst/>
          </a:prstGeom>
          <a:noFill/>
        </p:spPr>
        <p:txBody>
          <a:bodyPr wrap="square" rtlCol="0">
            <a:spAutoFit/>
          </a:bodyPr>
          <a:lstStyle/>
          <a:p>
            <a:pPr algn="ctr"/>
            <a:r>
              <a:rPr lang="en-US" sz="4000" dirty="0">
                <a:latin typeface="Bauhaus 93" panose="04030905020B02020C02" pitchFamily="82" charset="0"/>
              </a:rPr>
              <a:t>Proposed Solution</a:t>
            </a:r>
          </a:p>
        </p:txBody>
      </p:sp>
      <p:pic>
        <p:nvPicPr>
          <p:cNvPr id="6" name="Picture 5"/>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915499" y="1323681"/>
            <a:ext cx="4153480" cy="4210638"/>
          </a:xfrm>
          <a:prstGeom prst="ellipse">
            <a:avLst/>
          </a:prstGeom>
          <a:ln w="63500" cap="rnd">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 xmlns:p14="http://schemas.microsoft.com/office/powerpoint/2010/main" val="1741187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D937833B-3907-4B83-9F77-D0F494B71546}"/>
              </a:ext>
            </a:extLst>
          </p:cNvPr>
          <p:cNvSpPr>
            <a:spLocks noGrp="1"/>
          </p:cNvSpPr>
          <p:nvPr>
            <p:ph idx="1"/>
          </p:nvPr>
        </p:nvSpPr>
        <p:spPr>
          <a:xfrm>
            <a:off x="6206777" y="2014476"/>
            <a:ext cx="5320696" cy="4053840"/>
          </a:xfrm>
        </p:spPr>
        <p:txBody>
          <a:bodyPr anchor="ctr">
            <a:normAutofit/>
          </a:bodyPr>
          <a:lstStyle/>
          <a:p>
            <a:r>
              <a:rPr lang="en-US" sz="1600" b="1" dirty="0" smtClean="0"/>
              <a:t>Technology Stack:</a:t>
            </a:r>
            <a:endParaRPr lang="en-US" sz="1600" dirty="0" smtClean="0"/>
          </a:p>
          <a:p>
            <a:r>
              <a:rPr lang="en-US" sz="1600" dirty="0" smtClean="0"/>
              <a:t>Python </a:t>
            </a:r>
          </a:p>
          <a:p>
            <a:r>
              <a:rPr lang="en-US" sz="1600" dirty="0" err="1" smtClean="0"/>
              <a:t>OpenCV</a:t>
            </a:r>
            <a:r>
              <a:rPr lang="en-US" sz="1600" dirty="0" smtClean="0"/>
              <a:t> (for face detection) </a:t>
            </a:r>
          </a:p>
          <a:p>
            <a:r>
              <a:rPr lang="en-US" sz="1600" dirty="0" err="1" smtClean="0"/>
              <a:t>TensorFlow</a:t>
            </a:r>
            <a:r>
              <a:rPr lang="en-US" sz="1600" dirty="0" smtClean="0"/>
              <a:t> / </a:t>
            </a:r>
            <a:r>
              <a:rPr lang="en-US" sz="1600" dirty="0" err="1" smtClean="0"/>
              <a:t>Keras</a:t>
            </a:r>
            <a:r>
              <a:rPr lang="en-US" sz="1600" dirty="0" smtClean="0"/>
              <a:t> (for deep learning model) </a:t>
            </a:r>
          </a:p>
          <a:p>
            <a:r>
              <a:rPr lang="en-US" sz="1600" dirty="0" smtClean="0"/>
              <a:t>CNN (for image classification) </a:t>
            </a:r>
          </a:p>
          <a:p>
            <a:r>
              <a:rPr lang="en-US" sz="1600" b="1" dirty="0" smtClean="0"/>
              <a:t>Requirements:</a:t>
            </a:r>
            <a:endParaRPr lang="en-US" sz="1600" dirty="0" smtClean="0"/>
          </a:p>
          <a:p>
            <a:r>
              <a:rPr lang="en-US" sz="1600" dirty="0" smtClean="0"/>
              <a:t>System with good processor (i5 or above) </a:t>
            </a:r>
          </a:p>
          <a:p>
            <a:r>
              <a:rPr lang="en-US" sz="1600" dirty="0" smtClean="0"/>
              <a:t>Webcam / CCTV camera </a:t>
            </a:r>
          </a:p>
          <a:p>
            <a:r>
              <a:rPr lang="en-US" sz="1600" dirty="0" smtClean="0"/>
              <a:t>Basic knowledge of </a:t>
            </a:r>
            <a:r>
              <a:rPr lang="en-US" sz="1600" b="1" dirty="0" smtClean="0"/>
              <a:t>Machine Learning</a:t>
            </a:r>
            <a:r>
              <a:rPr lang="en-US" sz="1600" dirty="0" smtClean="0"/>
              <a:t> and </a:t>
            </a:r>
            <a:r>
              <a:rPr lang="en-US" sz="1600" b="1" dirty="0" smtClean="0"/>
              <a:t>Deep Learning</a:t>
            </a:r>
            <a:r>
              <a:rPr lang="en-US" sz="1600" dirty="0" smtClean="0"/>
              <a:t> </a:t>
            </a:r>
          </a:p>
          <a:p>
            <a:r>
              <a:rPr lang="en-US" sz="1600" dirty="0" smtClean="0"/>
              <a:t>Dataset of masked and unmasked faces</a:t>
            </a:r>
          </a:p>
        </p:txBody>
      </p:sp>
      <p:sp>
        <p:nvSpPr>
          <p:cNvPr id="6" name="Title 5"/>
          <p:cNvSpPr>
            <a:spLocks noGrp="1"/>
          </p:cNvSpPr>
          <p:nvPr>
            <p:ph type="title"/>
          </p:nvPr>
        </p:nvSpPr>
        <p:spPr>
          <a:xfrm>
            <a:off x="5089355" y="469741"/>
            <a:ext cx="6814992" cy="1174501"/>
          </a:xfrm>
        </p:spPr>
        <p:txBody>
          <a:bodyPr>
            <a:noAutofit/>
          </a:bodyPr>
          <a:lstStyle/>
          <a:p>
            <a:r>
              <a:rPr lang="en-IN" sz="3600" b="1" dirty="0">
                <a:solidFill>
                  <a:schemeClr val="tx2">
                    <a:lumMod val="50000"/>
                  </a:schemeClr>
                </a:solidFill>
                <a:latin typeface="Bauhaus 93" panose="04030905020B02020C02" pitchFamily="82" charset="0"/>
              </a:rPr>
              <a:t>Technology Stack &amp; Requirements</a:t>
            </a:r>
            <a:endParaRPr lang="en-US" sz="3600" b="1" dirty="0">
              <a:solidFill>
                <a:schemeClr val="tx2">
                  <a:lumMod val="50000"/>
                </a:schemeClr>
              </a:solidFill>
              <a:latin typeface="Bauhaus 93" panose="04030905020B02020C02" pitchFamily="82" charset="0"/>
            </a:endParaRPr>
          </a:p>
        </p:txBody>
      </p:sp>
      <p:pic>
        <p:nvPicPr>
          <p:cNvPr id="2050" name="Picture 2" descr="A Beginner's Guide to Integrating MySQL with Python"/>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117423" y="1443035"/>
            <a:ext cx="3971932" cy="3971930"/>
          </a:xfrm>
          <a:prstGeom prst="ellipse">
            <a:avLst/>
          </a:prstGeom>
          <a:ln w="63500" cap="rnd">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96619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Five bulbs and one of them is glowing">
            <a:extLst>
              <a:ext uri="{FF2B5EF4-FFF2-40B4-BE49-F238E27FC236}">
                <a16:creationId xmlns="" xmlns:a16="http://schemas.microsoft.com/office/drawing/2014/main" id="{6502B327-023B-19C1-2A07-58822C3EC950}"/>
              </a:ext>
            </a:extLst>
          </p:cNvPr>
          <p:cNvPicPr>
            <a:picLocks noChangeAspect="1"/>
          </p:cNvPicPr>
          <p:nvPr/>
        </p:nvPicPr>
        <p:blipFill>
          <a:blip r:embed="rId2" cstate="print"/>
          <a:srcRect l="20348" r="20317" b="-1"/>
          <a:stretch/>
        </p:blipFill>
        <p:spPr>
          <a:xfrm>
            <a:off x="642" y="10"/>
            <a:ext cx="6096000" cy="6857990"/>
          </a:xfrm>
          <a:prstGeom prst="rect">
            <a:avLst/>
          </a:prstGeom>
        </p:spPr>
      </p:pic>
      <p:sp>
        <p:nvSpPr>
          <p:cNvPr id="2" name="Title 1">
            <a:extLst>
              <a:ext uri="{FF2B5EF4-FFF2-40B4-BE49-F238E27FC236}">
                <a16:creationId xmlns="" xmlns:a16="http://schemas.microsoft.com/office/drawing/2014/main" id="{7AED9BD6-F510-4FEC-BBC3-026270D71F4F}"/>
              </a:ext>
            </a:extLst>
          </p:cNvPr>
          <p:cNvSpPr>
            <a:spLocks noGrp="1"/>
          </p:cNvSpPr>
          <p:nvPr>
            <p:ph type="title"/>
          </p:nvPr>
        </p:nvSpPr>
        <p:spPr>
          <a:xfrm>
            <a:off x="6902757" y="562316"/>
            <a:ext cx="4487298" cy="1174991"/>
          </a:xfrm>
          <a:solidFill>
            <a:schemeClr val="tx1">
              <a:alpha val="60000"/>
            </a:schemeClr>
          </a:solidFill>
          <a:ln>
            <a:solidFill>
              <a:schemeClr val="bg1"/>
            </a:solidFill>
          </a:ln>
        </p:spPr>
        <p:txBody>
          <a:bodyPr>
            <a:normAutofit/>
          </a:bodyPr>
          <a:lstStyle/>
          <a:p>
            <a:r>
              <a:rPr lang="en-IN" sz="3200" dirty="0">
                <a:solidFill>
                  <a:schemeClr val="bg1"/>
                </a:solidFill>
                <a:latin typeface="Bauhaus 93" panose="04030905020B02020C02" pitchFamily="82" charset="0"/>
              </a:rPr>
              <a:t>Innovative Idea</a:t>
            </a:r>
          </a:p>
        </p:txBody>
      </p:sp>
      <p:sp>
        <p:nvSpPr>
          <p:cNvPr id="3" name="Content Placeholder 2">
            <a:extLst>
              <a:ext uri="{FF2B5EF4-FFF2-40B4-BE49-F238E27FC236}">
                <a16:creationId xmlns="" xmlns:a16="http://schemas.microsoft.com/office/drawing/2014/main" id="{9644AC4F-2932-4F44-A84F-2F39667FE8D6}"/>
              </a:ext>
            </a:extLst>
          </p:cNvPr>
          <p:cNvSpPr>
            <a:spLocks noGrp="1"/>
          </p:cNvSpPr>
          <p:nvPr>
            <p:ph idx="1"/>
          </p:nvPr>
        </p:nvSpPr>
        <p:spPr>
          <a:xfrm>
            <a:off x="6802664" y="1504635"/>
            <a:ext cx="4804931" cy="4919815"/>
          </a:xfrm>
        </p:spPr>
        <p:txBody>
          <a:bodyPr anchor="ctr"/>
          <a:lstStyle/>
          <a:p>
            <a:r>
              <a:rPr lang="en-US" dirty="0" smtClean="0"/>
              <a:t>Develop a smart system using </a:t>
            </a:r>
            <a:r>
              <a:rPr lang="en-US" b="1" dirty="0" smtClean="0"/>
              <a:t>Artificial Intelligence</a:t>
            </a:r>
            <a:r>
              <a:rPr lang="en-US" dirty="0" smtClean="0"/>
              <a:t> and </a:t>
            </a:r>
            <a:r>
              <a:rPr lang="en-US" b="1" dirty="0" smtClean="0"/>
              <a:t>Computer Vision</a:t>
            </a:r>
            <a:r>
              <a:rPr lang="en-US" dirty="0" smtClean="0"/>
              <a:t> for real-time mask detection Integrate with CCTV cameras for automatic monitoring Send instant alerts when a person is not wearing a mask Add feature to detect improper mask usage Can be extended with temperature scanning for better safety</a:t>
            </a:r>
            <a:endParaRPr lang="en-IN" dirty="0"/>
          </a:p>
        </p:txBody>
      </p:sp>
    </p:spTree>
    <p:extLst>
      <p:ext uri="{BB962C8B-B14F-4D97-AF65-F5344CB8AC3E}">
        <p14:creationId xmlns="" xmlns:p14="http://schemas.microsoft.com/office/powerpoint/2010/main" val="3463141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2AEFFFF2-9EB4-4B6C-B9F8-2BA3EF89A21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D65299F-028F-4AFC-B46A-8DB33E20FE4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 xmlns:a16="http://schemas.microsoft.com/office/drawing/2014/main" id="{BAC87F6E-526A-49B5-995D-42DB656594C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FF997BAE-B1B3-43F5-817C-987B4C2A3BFF}"/>
              </a:ext>
            </a:extLst>
          </p:cNvPr>
          <p:cNvSpPr>
            <a:spLocks noGrp="1"/>
          </p:cNvSpPr>
          <p:nvPr>
            <p:ph idx="1"/>
          </p:nvPr>
        </p:nvSpPr>
        <p:spPr>
          <a:xfrm>
            <a:off x="6111812" y="1964142"/>
            <a:ext cx="5320696" cy="4053840"/>
          </a:xfrm>
        </p:spPr>
        <p:txBody>
          <a:bodyPr anchor="ctr"/>
          <a:lstStyle/>
          <a:p>
            <a:r>
              <a:rPr lang="en-US" dirty="0" smtClean="0"/>
              <a:t>The system successfully detects faces and classifies mask / no mask in real time Achieves high accuracy using </a:t>
            </a:r>
            <a:r>
              <a:rPr lang="en-US" b="1" dirty="0" smtClean="0"/>
              <a:t>Deep Learning</a:t>
            </a:r>
            <a:r>
              <a:rPr lang="en-US" dirty="0" smtClean="0"/>
              <a:t> models Reduces manual monitoring efforts Works efficiently in controlled lighting conditions Helps improve public safety and rule enforcement</a:t>
            </a:r>
            <a:endParaRPr lang="en-IN" dirty="0"/>
          </a:p>
        </p:txBody>
      </p:sp>
      <p:sp>
        <p:nvSpPr>
          <p:cNvPr id="6" name="Title 5"/>
          <p:cNvSpPr>
            <a:spLocks noGrp="1"/>
          </p:cNvSpPr>
          <p:nvPr>
            <p:ph type="title"/>
          </p:nvPr>
        </p:nvSpPr>
        <p:spPr>
          <a:xfrm>
            <a:off x="4274655" y="213360"/>
            <a:ext cx="7729728" cy="1188720"/>
          </a:xfrm>
        </p:spPr>
        <p:txBody>
          <a:bodyPr>
            <a:noAutofit/>
          </a:bodyPr>
          <a:lstStyle/>
          <a:p>
            <a:r>
              <a:rPr lang="en-IN" sz="3600" dirty="0">
                <a:solidFill>
                  <a:schemeClr val="tx2">
                    <a:lumMod val="50000"/>
                  </a:schemeClr>
                </a:solidFill>
                <a:latin typeface="Bauhaus 93" panose="04030905020B02020C02" pitchFamily="82" charset="0"/>
              </a:rPr>
              <a:t>Results / Outcomes / Analysis</a:t>
            </a:r>
            <a:endParaRPr lang="en-US" sz="3600" dirty="0">
              <a:solidFill>
                <a:schemeClr val="tx2">
                  <a:lumMod val="50000"/>
                </a:schemeClr>
              </a:solidFill>
              <a:latin typeface="Bauhaus 93" panose="04030905020B02020C02" pitchFamily="82" charset="0"/>
            </a:endParaRPr>
          </a:p>
        </p:txBody>
      </p:sp>
      <p:pic>
        <p:nvPicPr>
          <p:cNvPr id="7" name="Picture 6"/>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1117422" y="1443035"/>
            <a:ext cx="3971933" cy="3951086"/>
          </a:xfrm>
          <a:prstGeom prst="ellipse">
            <a:avLst/>
          </a:prstGeom>
          <a:ln w="63500" cap="rnd">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extLst>
      <p:ext uri="{BB962C8B-B14F-4D97-AF65-F5344CB8AC3E}">
        <p14:creationId xmlns="" xmlns:p14="http://schemas.microsoft.com/office/powerpoint/2010/main" val="3130655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5131FA-8D36-492B-8E16-2BB465AADDDF}"/>
              </a:ext>
            </a:extLst>
          </p:cNvPr>
          <p:cNvSpPr>
            <a:spLocks noGrp="1"/>
          </p:cNvSpPr>
          <p:nvPr>
            <p:ph type="title"/>
          </p:nvPr>
        </p:nvSpPr>
        <p:spPr>
          <a:xfrm>
            <a:off x="6936313" y="610033"/>
            <a:ext cx="4487298" cy="1174991"/>
          </a:xfrm>
          <a:solidFill>
            <a:schemeClr val="tx1">
              <a:alpha val="60000"/>
            </a:schemeClr>
          </a:solidFill>
          <a:ln>
            <a:solidFill>
              <a:schemeClr val="bg1"/>
            </a:solidFill>
          </a:ln>
        </p:spPr>
        <p:txBody>
          <a:bodyPr>
            <a:normAutofit/>
          </a:bodyPr>
          <a:lstStyle/>
          <a:p>
            <a:r>
              <a:rPr lang="en-IN" sz="2400" dirty="0">
                <a:solidFill>
                  <a:schemeClr val="bg1"/>
                </a:solidFill>
              </a:rPr>
              <a:t>Limitations</a:t>
            </a:r>
          </a:p>
        </p:txBody>
      </p:sp>
      <p:sp>
        <p:nvSpPr>
          <p:cNvPr id="3" name="Content Placeholder 2">
            <a:extLst>
              <a:ext uri="{FF2B5EF4-FFF2-40B4-BE49-F238E27FC236}">
                <a16:creationId xmlns="" xmlns:a16="http://schemas.microsoft.com/office/drawing/2014/main" id="{B2658A8F-6943-4E76-8967-55B21E8D3429}"/>
              </a:ext>
            </a:extLst>
          </p:cNvPr>
          <p:cNvSpPr>
            <a:spLocks noGrp="1"/>
          </p:cNvSpPr>
          <p:nvPr>
            <p:ph idx="1"/>
          </p:nvPr>
        </p:nvSpPr>
        <p:spPr>
          <a:xfrm>
            <a:off x="6777497" y="1504635"/>
            <a:ext cx="4804931" cy="4919815"/>
          </a:xfrm>
        </p:spPr>
        <p:txBody>
          <a:bodyPr anchor="ctr"/>
          <a:lstStyle/>
          <a:p>
            <a:r>
              <a:rPr lang="en-US" dirty="0" smtClean="0"/>
              <a:t>Accuracy depends on dataset quality and training Performance may drop in poor lighting or crowded scenes Difficulty in detecting improperly worn masks Requires good camera quality and system performance Model built using </a:t>
            </a:r>
            <a:r>
              <a:rPr lang="en-US" b="1" dirty="0" smtClean="0"/>
              <a:t>Deep Learning</a:t>
            </a:r>
            <a:r>
              <a:rPr lang="en-US" dirty="0" smtClean="0"/>
              <a:t> may need regular updates for better results</a:t>
            </a:r>
            <a:endParaRPr lang="en-IN" dirty="0"/>
          </a:p>
        </p:txBody>
      </p:sp>
      <p:pic>
        <p:nvPicPr>
          <p:cNvPr id="3074" name="Picture 2" descr="Limitation Vector Art, Icons, and Graphics for Free Download"/>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45279" y="184559"/>
            <a:ext cx="6473402" cy="645952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24759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5131FA-8D36-492B-8E16-2BB465AADDDF}"/>
              </a:ext>
            </a:extLst>
          </p:cNvPr>
          <p:cNvSpPr>
            <a:spLocks noGrp="1"/>
          </p:cNvSpPr>
          <p:nvPr>
            <p:ph type="title"/>
          </p:nvPr>
        </p:nvSpPr>
        <p:spPr>
          <a:xfrm>
            <a:off x="5445496" y="978776"/>
            <a:ext cx="5925310" cy="1174991"/>
          </a:xfrm>
        </p:spPr>
        <p:txBody>
          <a:bodyPr>
            <a:normAutofit/>
          </a:bodyPr>
          <a:lstStyle/>
          <a:p>
            <a:r>
              <a:rPr lang="en-IN" sz="4400" dirty="0" smtClean="0">
                <a:latin typeface="Bauhaus 93" panose="04030905020B02020C02" pitchFamily="82" charset="0"/>
              </a:rPr>
              <a:t>Future Scope</a:t>
            </a:r>
            <a:endParaRPr lang="en-IN" sz="4400" dirty="0">
              <a:latin typeface="Bauhaus 93" panose="04030905020B02020C02" pitchFamily="82" charset="0"/>
            </a:endParaRPr>
          </a:p>
        </p:txBody>
      </p:sp>
      <p:sp>
        <p:nvSpPr>
          <p:cNvPr id="3" name="Content Placeholder 2">
            <a:extLst>
              <a:ext uri="{FF2B5EF4-FFF2-40B4-BE49-F238E27FC236}">
                <a16:creationId xmlns="" xmlns:a16="http://schemas.microsoft.com/office/drawing/2014/main" id="{B2658A8F-6943-4E76-8967-55B21E8D3429}"/>
              </a:ext>
            </a:extLst>
          </p:cNvPr>
          <p:cNvSpPr>
            <a:spLocks noGrp="1"/>
          </p:cNvSpPr>
          <p:nvPr>
            <p:ph idx="1"/>
          </p:nvPr>
        </p:nvSpPr>
        <p:spPr>
          <a:xfrm>
            <a:off x="5512608" y="2959473"/>
            <a:ext cx="5925310" cy="3255252"/>
          </a:xfrm>
        </p:spPr>
        <p:txBody>
          <a:bodyPr/>
          <a:lstStyle/>
          <a:p>
            <a:r>
              <a:rPr lang="en-US" dirty="0" smtClean="0"/>
              <a:t>Improve accuracy using advanced </a:t>
            </a:r>
            <a:r>
              <a:rPr lang="en-US" b="1" dirty="0" smtClean="0"/>
              <a:t>Deep Learning</a:t>
            </a:r>
            <a:r>
              <a:rPr lang="en-US" dirty="0" smtClean="0"/>
              <a:t> models Detect proper and improper mask wearing Integrate with smart CCTV and surveillance systems Add features like temperature and identity detection Use in smart cities for better public safety</a:t>
            </a:r>
            <a:endParaRPr lang="en-IN" dirty="0"/>
          </a:p>
        </p:txBody>
      </p:sp>
      <p:pic>
        <p:nvPicPr>
          <p:cNvPr id="1026" name="Picture 2" descr="The Future of Family Office Reporti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63964" y="685427"/>
            <a:ext cx="4905375" cy="514492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816418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BC3E1C3D-633C-4756-B09B-9AD080714C9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 xmlns:a16="http://schemas.microsoft.com/office/drawing/2014/main" id="{1295DAF8-54BC-4834-A4B1-7DD2F7AFE5A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9B5131FA-8D36-492B-8E16-2BB465AADDDF}"/>
              </a:ext>
            </a:extLst>
          </p:cNvPr>
          <p:cNvSpPr>
            <a:spLocks noGrp="1"/>
          </p:cNvSpPr>
          <p:nvPr>
            <p:ph type="title"/>
          </p:nvPr>
        </p:nvSpPr>
        <p:spPr>
          <a:xfrm>
            <a:off x="1120624" y="1122807"/>
            <a:ext cx="9954443" cy="4297680"/>
          </a:xfrm>
          <a:noFill/>
          <a:ln>
            <a:noFill/>
          </a:ln>
        </p:spPr>
        <p:txBody>
          <a:bodyPr vert="horz" lIns="182880" tIns="182880" rIns="182880" bIns="182880" rtlCol="0" anchor="ctr">
            <a:noAutofit/>
          </a:bodyPr>
          <a:lstStyle/>
          <a:p>
            <a:r>
              <a:rPr lang="en-US" sz="4800" dirty="0">
                <a:solidFill>
                  <a:srgbClr val="FFFFFF"/>
                </a:solidFill>
              </a:rPr>
              <a:t>karnatakmansi149/daily-expense-tracker</a:t>
            </a:r>
            <a:endParaRPr lang="en-US" sz="4800" kern="1200" cap="all" spc="200" baseline="0" dirty="0">
              <a:solidFill>
                <a:srgbClr val="FFFFFF"/>
              </a:solidFill>
              <a:latin typeface="+mj-lt"/>
            </a:endParaRPr>
          </a:p>
        </p:txBody>
      </p:sp>
    </p:spTree>
    <p:extLst>
      <p:ext uri="{BB962C8B-B14F-4D97-AF65-F5344CB8AC3E}">
        <p14:creationId xmlns="" xmlns:p14="http://schemas.microsoft.com/office/powerpoint/2010/main" val="2900703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6C2A9291-55AD-4DDC-8735-1BA5A1C98CC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C78A74F5-46D6-41B8-88F6-8920EDCB47B2}"/>
              </a:ext>
            </a:extLst>
          </p:cNvPr>
          <p:cNvSpPr>
            <a:spLocks noGrp="1"/>
          </p:cNvSpPr>
          <p:nvPr>
            <p:ph type="title"/>
          </p:nvPr>
        </p:nvSpPr>
        <p:spPr>
          <a:xfrm>
            <a:off x="1752600" y="2542604"/>
            <a:ext cx="8686800" cy="1772793"/>
          </a:xfrm>
          <a:solidFill>
            <a:srgbClr val="FFFFFF"/>
          </a:solidFill>
          <a:ln>
            <a:solidFill>
              <a:srgbClr val="404040"/>
            </a:solidFill>
          </a:ln>
        </p:spPr>
        <p:txBody>
          <a:bodyPr vert="horz" wrap="square" lIns="182880" tIns="182880" rIns="182880" bIns="182880" rtlCol="0" anchor="ctr">
            <a:noAutofit/>
          </a:bodyPr>
          <a:lstStyle/>
          <a:p>
            <a:r>
              <a:rPr lang="en-US" sz="11500" kern="1200" cap="all" spc="200" baseline="0" dirty="0">
                <a:solidFill>
                  <a:srgbClr val="262626"/>
                </a:solidFill>
                <a:latin typeface="Bauhaus 93" panose="04030905020B02020C02" pitchFamily="82" charset="0"/>
              </a:rPr>
              <a:t>Thank You</a:t>
            </a:r>
          </a:p>
        </p:txBody>
      </p:sp>
    </p:spTree>
    <p:extLst>
      <p:ext uri="{BB962C8B-B14F-4D97-AF65-F5344CB8AC3E}">
        <p14:creationId xmlns="" xmlns:p14="http://schemas.microsoft.com/office/powerpoint/2010/main" val="37206217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otalTime>543</TotalTime>
  <Words>450</Words>
  <Application>Microsoft Office PowerPoint</Application>
  <PresentationFormat>Custom</PresentationFormat>
  <Paragraphs>47</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Parcel</vt:lpstr>
      <vt:lpstr> Face Mask Detection System</vt:lpstr>
      <vt:lpstr> Team 4</vt:lpstr>
      <vt:lpstr> Work Division</vt:lpstr>
      <vt:lpstr>The background</vt:lpstr>
      <vt:lpstr>Slide 5</vt:lpstr>
      <vt:lpstr>Slide 6</vt:lpstr>
      <vt:lpstr>Technology Stack &amp; Requirements</vt:lpstr>
      <vt:lpstr>Innovative Idea</vt:lpstr>
      <vt:lpstr>Results / Outcomes / Analysis</vt:lpstr>
      <vt:lpstr>Limitations</vt:lpstr>
      <vt:lpstr>Future Scope</vt:lpstr>
      <vt:lpstr>karnatakmansi149/daily-expense-tracker</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Prateek Vashishtha</dc:creator>
  <cp:lastModifiedBy>raj chaudhary</cp:lastModifiedBy>
  <cp:revision>39</cp:revision>
  <dcterms:created xsi:type="dcterms:W3CDTF">2021-11-25T04:17:35Z</dcterms:created>
  <dcterms:modified xsi:type="dcterms:W3CDTF">2026-04-28T11:06:17Z</dcterms:modified>
</cp:coreProperties>
</file>